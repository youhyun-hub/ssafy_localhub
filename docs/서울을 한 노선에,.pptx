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7" r:id="rId4"/>
    <p:sldId id="259" r:id="rId5"/>
    <p:sldId id="260" r:id="rId6"/>
    <p:sldId id="278" r:id="rId7"/>
    <p:sldId id="276" r:id="rId8"/>
    <p:sldId id="258" r:id="rId9"/>
    <p:sldId id="265" r:id="rId10"/>
    <p:sldId id="266" r:id="rId11"/>
    <p:sldId id="275" r:id="rId12"/>
    <p:sldId id="273" r:id="rId13"/>
    <p:sldId id="274" r:id="rId14"/>
    <p:sldId id="262" r:id="rId15"/>
    <p:sldId id="261" r:id="rId16"/>
    <p:sldId id="268" r:id="rId17"/>
    <p:sldId id="271" r:id="rId18"/>
    <p:sldId id="272" r:id="rId19"/>
    <p:sldId id="26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1E4"/>
    <a:srgbClr val="D0D7BA"/>
    <a:srgbClr val="F1C7C9"/>
    <a:srgbClr val="7F5033"/>
    <a:srgbClr val="996CAC"/>
    <a:srgbClr val="00A5DE"/>
    <a:srgbClr val="EF7C1C"/>
    <a:srgbClr val="00A84D"/>
    <a:srgbClr val="0D3692"/>
    <a:srgbClr val="E2D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2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31716-9F49-44F8-A22A-66C1A985D43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E6E77-8FE2-4B0E-9812-9DA9D5D028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77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54271-1B7E-4AF6-9BE7-ACEAA3EDC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ECB577-BB0D-4F74-B422-4B7FBEB14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14067B-14F1-445D-881A-424DB6B9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A9A238-E3E4-4C74-BED9-45A20C13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CC6E9-06E5-4E9D-8FE3-95FAF0A2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55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73531-CBC6-4B49-A950-C54CEE16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A5DC3-7503-43F8-B71E-83EB46879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23F1A-E972-488B-B6F6-5BD19D34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05D37-14C1-4162-9B00-28B0E121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D42732-230E-42A8-9E50-211E29E1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62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35D49-A464-40E5-AF7C-6033B3611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7EE132-92A0-440E-B2BD-B97F34E40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576C65-00C4-4CBC-B787-933F365C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F0430D-0FB9-4431-AC30-3A62C04C0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52D581-7E24-4076-860D-15E2368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86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F8041-66B4-4EBB-B7D3-F263A8C9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C25896-5E3A-43A7-85D2-C4B01BC8C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A873B3-0D8C-4C00-AA8C-DACC78A2A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35957D-CCBA-47C1-9266-D13C272C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3833EC-D046-4525-A064-569EC2EB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5BB551-74C0-446A-B171-E15479CF7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9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B15D7-099B-4907-947E-ABB21873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A4A571-9FF3-4B0B-AD89-1FA44D7C0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ECA8D7-D0EB-4E0F-8180-CD4707135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DDAEBF-7DB8-45D7-B526-DA1767810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816790-A0F9-48B9-BA1F-540FF9429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EC2964-30D7-4B70-9FA4-EB876B7D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690C72-AFA6-4641-B655-588C0147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F78E3C-C89B-4F17-A727-6DF3841E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43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276DF-1724-4A06-A5AF-99256369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0ADC84-F6F0-4314-80BB-77929039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E2A0B0-2DD1-4962-B899-6B8B5C46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193D09-4B99-4109-9D1A-218539EF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94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78D2C0-0623-4183-8C20-F760C5E5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71D3F8-6EB3-4624-801B-4FBE0092D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41815-60A0-4731-9EB0-6A5D2345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07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52199-F833-49A4-83CD-1A35D6BDA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BC42A9-65C2-42A5-A488-1FECCACA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7BE423-0756-4CEC-A348-BCFBAEEB9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43CAAD-FCAD-4E54-B911-692EC820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6D3850-FCD6-40ED-A24F-AE66F2C7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C2590B-7430-4AC6-88D5-DC4961F1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03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D2B5E-BC2E-4FDD-A6DA-0A71D2A7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AECA30-E688-409A-9678-27C3B899D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84BCE1-3211-4F2B-8705-1ABCFAA0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1A25BC-6E9E-4A8E-AC52-34C37E2C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2A008D-EAD4-4A50-8EEA-4BF8D5B3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9D723B-4167-4D3D-B126-6E21D6CA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5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326E9-C014-4328-B0AC-D6324CDA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C20499-85AB-4A04-90D5-580B83BCC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A64054-A455-489E-98E0-25B02E2E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5DEFD2-AEEC-47F2-8E19-2A8493E2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FDB143-F24D-4DCA-9676-2EA859FC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701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49A315-E83E-41B1-88C7-ACB4CC20B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967E61-BC4D-4D43-B5A9-37D9E7189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D9991E-18C9-44AB-BF4A-5BC3A28E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A877-4257-454C-A886-C0F7C9B08F7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BD3732-D63D-41C4-BEB5-EFA41F30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FDFD85-9A77-43F5-8759-F775A1A8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744-2B2A-4FE8-96EA-0BBFAF6CC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128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12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113F2B-22E2-4853-91FF-446A1D283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826142-D05F-47B6-BCD5-ABB437E54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F2076F-D033-4ECE-BF92-F71D4D64ED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</a:lstStyle>
          <a:p>
            <a:fld id="{6F04A877-4257-454C-A886-C0F7C9B08F79}" type="datetimeFigureOut">
              <a:rPr lang="ko-KR" altLang="en-US" smtClean="0"/>
              <a:pPr/>
              <a:t>2026-07-16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EC7195-30E4-4401-95B2-768E5D302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F6575-3855-41B1-9561-6C3F7F5F5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</a:lstStyle>
          <a:p>
            <a:fld id="{1DAEC744-2B2A-4FE8-96EA-0BBFAF6CC92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724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휴먼모음T" panose="02030504000101010101" pitchFamily="18" charset="-127"/>
          <a:ea typeface="휴먼모음T" panose="02030504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휴먼모음T" panose="02030504000101010101" pitchFamily="18" charset="-127"/>
          <a:ea typeface="휴먼모음T" panose="0203050400010101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휴먼모음T" panose="02030504000101010101" pitchFamily="18" charset="-127"/>
          <a:ea typeface="휴먼모음T" panose="0203050400010101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휴먼모음T" panose="02030504000101010101" pitchFamily="18" charset="-127"/>
          <a:ea typeface="휴먼모음T" panose="0203050400010101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휴먼모음T" panose="02030504000101010101" pitchFamily="18" charset="-127"/>
          <a:ea typeface="휴먼모음T" panose="0203050400010101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휴먼모음T" panose="02030504000101010101" pitchFamily="18" charset="-127"/>
          <a:ea typeface="휴먼모음T" panose="0203050400010101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94192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98242" y="4788569"/>
              <a:ext cx="3683898" cy="3609474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1607C34-6F75-492A-8A04-67FBCCA21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0693"/>
            <a:ext cx="9144000" cy="311656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7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서울을 </a:t>
            </a:r>
            <a:r>
              <a:rPr lang="ko-KR" altLang="en-US" sz="7000" dirty="0">
                <a:solidFill>
                  <a:srgbClr val="F1C7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한 노선</a:t>
            </a:r>
            <a:r>
              <a:rPr lang="ko-KR" altLang="en-US" sz="7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에</a:t>
            </a:r>
            <a:r>
              <a:rPr lang="en-US" altLang="ko-KR" sz="7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,</a:t>
            </a:r>
            <a:r>
              <a:rPr lang="ko-KR" altLang="en-US" sz="7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br>
              <a:rPr lang="en-US" altLang="ko-KR" sz="7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</a:br>
            <a:r>
              <a:rPr lang="ko-KR" altLang="en-US" sz="7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동네를 </a:t>
            </a:r>
            <a:r>
              <a:rPr lang="ko-KR" altLang="en-US" sz="7000" dirty="0">
                <a:solidFill>
                  <a:srgbClr val="D0D7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한 정거장</a:t>
            </a:r>
            <a:r>
              <a:rPr lang="ko-KR" altLang="en-US" sz="7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293AD4-8DB6-4C3A-BE92-07E09F99C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2481" y="5912406"/>
            <a:ext cx="4158184" cy="765235"/>
          </a:xfrm>
        </p:spPr>
        <p:txBody>
          <a:bodyPr>
            <a:normAutofit fontScale="92500"/>
          </a:bodyPr>
          <a:lstStyle/>
          <a:p>
            <a:r>
              <a:rPr lang="ko-KR" alt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김민한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조유현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이재원</a:t>
            </a:r>
          </a:p>
        </p:txBody>
      </p:sp>
    </p:spTree>
    <p:extLst>
      <p:ext uri="{BB962C8B-B14F-4D97-AF65-F5344CB8AC3E}">
        <p14:creationId xmlns:p14="http://schemas.microsoft.com/office/powerpoint/2010/main" val="336299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4DD0737-AC2A-4E71-81CD-7C1872DA7E0D}"/>
              </a:ext>
            </a:extLst>
          </p:cNvPr>
          <p:cNvSpPr/>
          <p:nvPr/>
        </p:nvSpPr>
        <p:spPr>
          <a:xfrm>
            <a:off x="228600" y="288191"/>
            <a:ext cx="2995863" cy="1108458"/>
          </a:xfrm>
          <a:prstGeom prst="roundRect">
            <a:avLst/>
          </a:prstGeom>
          <a:solidFill>
            <a:srgbClr val="F7F1E4"/>
          </a:solidFill>
          <a:ln>
            <a:solidFill>
              <a:srgbClr val="EBE2D0"/>
            </a:solidFill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anose="02030504000101010101" pitchFamily="18" charset="-127"/>
                <a:ea typeface="휴먼모음T" panose="02030504000101010101" pitchFamily="18" charset="-127"/>
              </a:rPr>
              <a:t>목차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BD3EE2-60DC-4050-AA8E-8AD3598440D6}"/>
              </a:ext>
            </a:extLst>
          </p:cNvPr>
          <p:cNvSpPr/>
          <p:nvPr/>
        </p:nvSpPr>
        <p:spPr>
          <a:xfrm>
            <a:off x="365459" y="3931322"/>
            <a:ext cx="11559841" cy="165420"/>
          </a:xfrm>
          <a:prstGeom prst="rect">
            <a:avLst/>
          </a:prstGeom>
          <a:solidFill>
            <a:srgbClr val="E2D7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9CB688-1646-4193-B102-3BD388958BD6}"/>
              </a:ext>
            </a:extLst>
          </p:cNvPr>
          <p:cNvGrpSpPr/>
          <p:nvPr/>
        </p:nvGrpSpPr>
        <p:grpSpPr>
          <a:xfrm>
            <a:off x="180655" y="3531272"/>
            <a:ext cx="914400" cy="914400"/>
            <a:chOff x="104455" y="2971799"/>
            <a:chExt cx="914400" cy="91440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C34754E-04D8-46B1-960D-97AF29B71F42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74E6BC9-A00D-475C-937E-14DD10670565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D3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F82E496-BAF2-4CEE-A48F-4DF322A13A79}"/>
              </a:ext>
            </a:extLst>
          </p:cNvPr>
          <p:cNvGrpSpPr/>
          <p:nvPr/>
        </p:nvGrpSpPr>
        <p:grpSpPr>
          <a:xfrm>
            <a:off x="2916567" y="3531271"/>
            <a:ext cx="914400" cy="914400"/>
            <a:chOff x="104455" y="2971799"/>
            <a:chExt cx="914400" cy="914400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9066467-F1A7-4FE6-97BA-0EDB95AC9879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9C4245AD-BB64-481D-9C68-808D077A681A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8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73E55DD-AA7E-4622-9718-768693BD354B}"/>
              </a:ext>
            </a:extLst>
          </p:cNvPr>
          <p:cNvGrpSpPr/>
          <p:nvPr/>
        </p:nvGrpSpPr>
        <p:grpSpPr>
          <a:xfrm>
            <a:off x="5638800" y="3531271"/>
            <a:ext cx="914400" cy="914400"/>
            <a:chOff x="104455" y="2971799"/>
            <a:chExt cx="914400" cy="914400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C9A353A-C59A-467C-B7C4-2FC32BADEF61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4869B41-9AE9-4922-ACB5-5FD3554313E7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EF7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5AD5EE4-A894-40EB-B4FE-0114C54EB5BB}"/>
              </a:ext>
            </a:extLst>
          </p:cNvPr>
          <p:cNvGrpSpPr/>
          <p:nvPr/>
        </p:nvGrpSpPr>
        <p:grpSpPr>
          <a:xfrm>
            <a:off x="8332617" y="3554366"/>
            <a:ext cx="914400" cy="914400"/>
            <a:chOff x="104455" y="2971799"/>
            <a:chExt cx="914400" cy="91440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962E097-5CC0-46AD-957B-5F54895306F1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6DEB0C9-3BF1-44B3-B6D6-F732E9A9A602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5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ACAEB78-7CD7-498B-A28E-C83A66C528B7}"/>
              </a:ext>
            </a:extLst>
          </p:cNvPr>
          <p:cNvGrpSpPr/>
          <p:nvPr/>
        </p:nvGrpSpPr>
        <p:grpSpPr>
          <a:xfrm>
            <a:off x="11124722" y="3516232"/>
            <a:ext cx="914400" cy="914400"/>
            <a:chOff x="104455" y="2971799"/>
            <a:chExt cx="914400" cy="914400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FBD2B611-ED73-468C-AA0C-794B78CBEA19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7D90D98B-D68A-4ED1-8AC4-3F63C4BADB54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996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5759808-7F0E-4378-835A-AAE3E8ADCE45}"/>
              </a:ext>
            </a:extLst>
          </p:cNvPr>
          <p:cNvGrpSpPr/>
          <p:nvPr/>
        </p:nvGrpSpPr>
        <p:grpSpPr>
          <a:xfrm>
            <a:off x="278460" y="1712475"/>
            <a:ext cx="2780617" cy="1675918"/>
            <a:chOff x="259410" y="1712475"/>
            <a:chExt cx="2780617" cy="1675918"/>
          </a:xfrm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311B14D-1C41-4ABC-930E-1DE654FD0FA6}"/>
                </a:ext>
              </a:extLst>
            </p:cNvPr>
            <p:cNvSpPr/>
            <p:nvPr/>
          </p:nvSpPr>
          <p:spPr>
            <a:xfrm>
              <a:off x="268935" y="1712475"/>
              <a:ext cx="2771092" cy="1204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이등변 삼각형 37">
              <a:extLst>
                <a:ext uri="{FF2B5EF4-FFF2-40B4-BE49-F238E27FC236}">
                  <a16:creationId xmlns:a16="http://schemas.microsoft.com/office/drawing/2014/main" id="{ACBABCFE-2150-44BE-93D4-9CA387EAA853}"/>
                </a:ext>
              </a:extLst>
            </p:cNvPr>
            <p:cNvSpPr/>
            <p:nvPr/>
          </p:nvSpPr>
          <p:spPr>
            <a:xfrm rot="10800000">
              <a:off x="259410" y="2891075"/>
              <a:ext cx="633437" cy="49731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5D6D8A6-D06B-4DC6-8069-62680AFE8CB7}"/>
              </a:ext>
            </a:extLst>
          </p:cNvPr>
          <p:cNvGrpSpPr/>
          <p:nvPr/>
        </p:nvGrpSpPr>
        <p:grpSpPr>
          <a:xfrm flipH="1">
            <a:off x="9113304" y="1749140"/>
            <a:ext cx="2780617" cy="1675918"/>
            <a:chOff x="259410" y="1712475"/>
            <a:chExt cx="2780617" cy="1675918"/>
          </a:xfrm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0576B0F-005F-460E-A500-79E6A739CFE7}"/>
                </a:ext>
              </a:extLst>
            </p:cNvPr>
            <p:cNvSpPr/>
            <p:nvPr/>
          </p:nvSpPr>
          <p:spPr>
            <a:xfrm>
              <a:off x="268935" y="1712475"/>
              <a:ext cx="2771092" cy="1204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이등변 삼각형 47">
              <a:extLst>
                <a:ext uri="{FF2B5EF4-FFF2-40B4-BE49-F238E27FC236}">
                  <a16:creationId xmlns:a16="http://schemas.microsoft.com/office/drawing/2014/main" id="{4BB07619-C389-48F9-868F-A19C728D457E}"/>
                </a:ext>
              </a:extLst>
            </p:cNvPr>
            <p:cNvSpPr/>
            <p:nvPr/>
          </p:nvSpPr>
          <p:spPr>
            <a:xfrm rot="10800000">
              <a:off x="259410" y="2891075"/>
              <a:ext cx="633437" cy="49731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6" name="말풍선: 사각형 55">
            <a:extLst>
              <a:ext uri="{FF2B5EF4-FFF2-40B4-BE49-F238E27FC236}">
                <a16:creationId xmlns:a16="http://schemas.microsoft.com/office/drawing/2014/main" id="{59FC3300-F324-4E18-90D8-C0EC012F6AAE}"/>
              </a:ext>
            </a:extLst>
          </p:cNvPr>
          <p:cNvSpPr/>
          <p:nvPr/>
        </p:nvSpPr>
        <p:spPr>
          <a:xfrm>
            <a:off x="4781799" y="1712475"/>
            <a:ext cx="2610307" cy="1709968"/>
          </a:xfrm>
          <a:custGeom>
            <a:avLst/>
            <a:gdLst>
              <a:gd name="connsiteX0" fmla="*/ 0 w 2610307"/>
              <a:gd name="connsiteY0" fmla="*/ 0 h 1914525"/>
              <a:gd name="connsiteX1" fmla="*/ 435051 w 2610307"/>
              <a:gd name="connsiteY1" fmla="*/ 0 h 1914525"/>
              <a:gd name="connsiteX2" fmla="*/ 435051 w 2610307"/>
              <a:gd name="connsiteY2" fmla="*/ 0 h 1914525"/>
              <a:gd name="connsiteX3" fmla="*/ 1087628 w 2610307"/>
              <a:gd name="connsiteY3" fmla="*/ 0 h 1914525"/>
              <a:gd name="connsiteX4" fmla="*/ 2610307 w 2610307"/>
              <a:gd name="connsiteY4" fmla="*/ 0 h 1914525"/>
              <a:gd name="connsiteX5" fmla="*/ 2610307 w 2610307"/>
              <a:gd name="connsiteY5" fmla="*/ 1116806 h 1914525"/>
              <a:gd name="connsiteX6" fmla="*/ 2610307 w 2610307"/>
              <a:gd name="connsiteY6" fmla="*/ 1116806 h 1914525"/>
              <a:gd name="connsiteX7" fmla="*/ 2610307 w 2610307"/>
              <a:gd name="connsiteY7" fmla="*/ 1595438 h 1914525"/>
              <a:gd name="connsiteX8" fmla="*/ 2610307 w 2610307"/>
              <a:gd name="connsiteY8" fmla="*/ 1914525 h 1914525"/>
              <a:gd name="connsiteX9" fmla="*/ 1087628 w 2610307"/>
              <a:gd name="connsiteY9" fmla="*/ 1914525 h 1914525"/>
              <a:gd name="connsiteX10" fmla="*/ 761348 w 2610307"/>
              <a:gd name="connsiteY10" fmla="*/ 2153841 h 1914525"/>
              <a:gd name="connsiteX11" fmla="*/ 435051 w 2610307"/>
              <a:gd name="connsiteY11" fmla="*/ 1914525 h 1914525"/>
              <a:gd name="connsiteX12" fmla="*/ 0 w 2610307"/>
              <a:gd name="connsiteY12" fmla="*/ 1914525 h 1914525"/>
              <a:gd name="connsiteX13" fmla="*/ 0 w 2610307"/>
              <a:gd name="connsiteY13" fmla="*/ 1595438 h 1914525"/>
              <a:gd name="connsiteX14" fmla="*/ 0 w 2610307"/>
              <a:gd name="connsiteY14" fmla="*/ 1116806 h 1914525"/>
              <a:gd name="connsiteX15" fmla="*/ 0 w 2610307"/>
              <a:gd name="connsiteY15" fmla="*/ 1116806 h 1914525"/>
              <a:gd name="connsiteX16" fmla="*/ 0 w 2610307"/>
              <a:gd name="connsiteY16" fmla="*/ 0 h 1914525"/>
              <a:gd name="connsiteX0" fmla="*/ 0 w 2610307"/>
              <a:gd name="connsiteY0" fmla="*/ 0 h 2153841"/>
              <a:gd name="connsiteX1" fmla="*/ 435051 w 2610307"/>
              <a:gd name="connsiteY1" fmla="*/ 0 h 2153841"/>
              <a:gd name="connsiteX2" fmla="*/ 435051 w 2610307"/>
              <a:gd name="connsiteY2" fmla="*/ 0 h 2153841"/>
              <a:gd name="connsiteX3" fmla="*/ 1087628 w 2610307"/>
              <a:gd name="connsiteY3" fmla="*/ 0 h 2153841"/>
              <a:gd name="connsiteX4" fmla="*/ 2610307 w 2610307"/>
              <a:gd name="connsiteY4" fmla="*/ 0 h 2153841"/>
              <a:gd name="connsiteX5" fmla="*/ 2610307 w 2610307"/>
              <a:gd name="connsiteY5" fmla="*/ 1116806 h 2153841"/>
              <a:gd name="connsiteX6" fmla="*/ 2610307 w 2610307"/>
              <a:gd name="connsiteY6" fmla="*/ 1116806 h 2153841"/>
              <a:gd name="connsiteX7" fmla="*/ 2610307 w 2610307"/>
              <a:gd name="connsiteY7" fmla="*/ 1595438 h 2153841"/>
              <a:gd name="connsiteX8" fmla="*/ 2610307 w 2610307"/>
              <a:gd name="connsiteY8" fmla="*/ 1914525 h 2153841"/>
              <a:gd name="connsiteX9" fmla="*/ 1773428 w 2610307"/>
              <a:gd name="connsiteY9" fmla="*/ 1924050 h 2153841"/>
              <a:gd name="connsiteX10" fmla="*/ 761348 w 2610307"/>
              <a:gd name="connsiteY10" fmla="*/ 2153841 h 2153841"/>
              <a:gd name="connsiteX11" fmla="*/ 435051 w 2610307"/>
              <a:gd name="connsiteY11" fmla="*/ 1914525 h 2153841"/>
              <a:gd name="connsiteX12" fmla="*/ 0 w 2610307"/>
              <a:gd name="connsiteY12" fmla="*/ 1914525 h 2153841"/>
              <a:gd name="connsiteX13" fmla="*/ 0 w 2610307"/>
              <a:gd name="connsiteY13" fmla="*/ 1595438 h 2153841"/>
              <a:gd name="connsiteX14" fmla="*/ 0 w 2610307"/>
              <a:gd name="connsiteY14" fmla="*/ 1116806 h 2153841"/>
              <a:gd name="connsiteX15" fmla="*/ 0 w 2610307"/>
              <a:gd name="connsiteY15" fmla="*/ 1116806 h 2153841"/>
              <a:gd name="connsiteX16" fmla="*/ 0 w 2610307"/>
              <a:gd name="connsiteY16" fmla="*/ 0 h 2153841"/>
              <a:gd name="connsiteX0" fmla="*/ 0 w 2610307"/>
              <a:gd name="connsiteY0" fmla="*/ 0 h 2191941"/>
              <a:gd name="connsiteX1" fmla="*/ 435051 w 2610307"/>
              <a:gd name="connsiteY1" fmla="*/ 0 h 2191941"/>
              <a:gd name="connsiteX2" fmla="*/ 435051 w 2610307"/>
              <a:gd name="connsiteY2" fmla="*/ 0 h 2191941"/>
              <a:gd name="connsiteX3" fmla="*/ 1087628 w 2610307"/>
              <a:gd name="connsiteY3" fmla="*/ 0 h 2191941"/>
              <a:gd name="connsiteX4" fmla="*/ 2610307 w 2610307"/>
              <a:gd name="connsiteY4" fmla="*/ 0 h 2191941"/>
              <a:gd name="connsiteX5" fmla="*/ 2610307 w 2610307"/>
              <a:gd name="connsiteY5" fmla="*/ 1116806 h 2191941"/>
              <a:gd name="connsiteX6" fmla="*/ 2610307 w 2610307"/>
              <a:gd name="connsiteY6" fmla="*/ 1116806 h 2191941"/>
              <a:gd name="connsiteX7" fmla="*/ 2610307 w 2610307"/>
              <a:gd name="connsiteY7" fmla="*/ 1595438 h 2191941"/>
              <a:gd name="connsiteX8" fmla="*/ 2610307 w 2610307"/>
              <a:gd name="connsiteY8" fmla="*/ 1914525 h 2191941"/>
              <a:gd name="connsiteX9" fmla="*/ 1773428 w 2610307"/>
              <a:gd name="connsiteY9" fmla="*/ 1924050 h 2191941"/>
              <a:gd name="connsiteX10" fmla="*/ 1237598 w 2610307"/>
              <a:gd name="connsiteY10" fmla="*/ 2191941 h 2191941"/>
              <a:gd name="connsiteX11" fmla="*/ 435051 w 2610307"/>
              <a:gd name="connsiteY11" fmla="*/ 1914525 h 2191941"/>
              <a:gd name="connsiteX12" fmla="*/ 0 w 2610307"/>
              <a:gd name="connsiteY12" fmla="*/ 1914525 h 2191941"/>
              <a:gd name="connsiteX13" fmla="*/ 0 w 2610307"/>
              <a:gd name="connsiteY13" fmla="*/ 1595438 h 2191941"/>
              <a:gd name="connsiteX14" fmla="*/ 0 w 2610307"/>
              <a:gd name="connsiteY14" fmla="*/ 1116806 h 2191941"/>
              <a:gd name="connsiteX15" fmla="*/ 0 w 2610307"/>
              <a:gd name="connsiteY15" fmla="*/ 1116806 h 2191941"/>
              <a:gd name="connsiteX16" fmla="*/ 0 w 2610307"/>
              <a:gd name="connsiteY16" fmla="*/ 0 h 2191941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418573 w 2610307"/>
              <a:gd name="connsiteY10" fmla="*/ 2201466 h 2201466"/>
              <a:gd name="connsiteX11" fmla="*/ 435051 w 2610307"/>
              <a:gd name="connsiteY11" fmla="*/ 1914525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418573 w 2610307"/>
              <a:gd name="connsiteY10" fmla="*/ 2201466 h 2201466"/>
              <a:gd name="connsiteX11" fmla="*/ 9875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10991"/>
              <a:gd name="connsiteX1" fmla="*/ 435051 w 2610307"/>
              <a:gd name="connsiteY1" fmla="*/ 0 h 2210991"/>
              <a:gd name="connsiteX2" fmla="*/ 435051 w 2610307"/>
              <a:gd name="connsiteY2" fmla="*/ 0 h 2210991"/>
              <a:gd name="connsiteX3" fmla="*/ 1087628 w 2610307"/>
              <a:gd name="connsiteY3" fmla="*/ 0 h 2210991"/>
              <a:gd name="connsiteX4" fmla="*/ 2610307 w 2610307"/>
              <a:gd name="connsiteY4" fmla="*/ 0 h 2210991"/>
              <a:gd name="connsiteX5" fmla="*/ 2610307 w 2610307"/>
              <a:gd name="connsiteY5" fmla="*/ 1116806 h 2210991"/>
              <a:gd name="connsiteX6" fmla="*/ 2610307 w 2610307"/>
              <a:gd name="connsiteY6" fmla="*/ 1116806 h 2210991"/>
              <a:gd name="connsiteX7" fmla="*/ 2610307 w 2610307"/>
              <a:gd name="connsiteY7" fmla="*/ 1595438 h 2210991"/>
              <a:gd name="connsiteX8" fmla="*/ 2610307 w 2610307"/>
              <a:gd name="connsiteY8" fmla="*/ 1914525 h 2210991"/>
              <a:gd name="connsiteX9" fmla="*/ 1773428 w 2610307"/>
              <a:gd name="connsiteY9" fmla="*/ 1924050 h 2210991"/>
              <a:gd name="connsiteX10" fmla="*/ 1342373 w 2610307"/>
              <a:gd name="connsiteY10" fmla="*/ 2210991 h 2210991"/>
              <a:gd name="connsiteX11" fmla="*/ 987501 w 2610307"/>
              <a:gd name="connsiteY11" fmla="*/ 1924050 h 2210991"/>
              <a:gd name="connsiteX12" fmla="*/ 0 w 2610307"/>
              <a:gd name="connsiteY12" fmla="*/ 1914525 h 2210991"/>
              <a:gd name="connsiteX13" fmla="*/ 0 w 2610307"/>
              <a:gd name="connsiteY13" fmla="*/ 1595438 h 2210991"/>
              <a:gd name="connsiteX14" fmla="*/ 0 w 2610307"/>
              <a:gd name="connsiteY14" fmla="*/ 1116806 h 2210991"/>
              <a:gd name="connsiteX15" fmla="*/ 0 w 2610307"/>
              <a:gd name="connsiteY15" fmla="*/ 1116806 h 2210991"/>
              <a:gd name="connsiteX16" fmla="*/ 0 w 2610307"/>
              <a:gd name="connsiteY16" fmla="*/ 0 h 2210991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313798 w 2610307"/>
              <a:gd name="connsiteY10" fmla="*/ 2201466 h 2201466"/>
              <a:gd name="connsiteX11" fmla="*/ 9875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313798 w 2610307"/>
              <a:gd name="connsiteY10" fmla="*/ 2201466 h 2201466"/>
              <a:gd name="connsiteX11" fmla="*/ 9113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23323 w 2610307"/>
              <a:gd name="connsiteY10" fmla="*/ 2372916 h 2372916"/>
              <a:gd name="connsiteX11" fmla="*/ 911301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04273 w 2610307"/>
              <a:gd name="connsiteY10" fmla="*/ 2372916 h 2372916"/>
              <a:gd name="connsiteX11" fmla="*/ 911301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04273 w 2610307"/>
              <a:gd name="connsiteY10" fmla="*/ 2372916 h 2372916"/>
              <a:gd name="connsiteX11" fmla="*/ 882726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10307" h="2372916">
                <a:moveTo>
                  <a:pt x="0" y="0"/>
                </a:moveTo>
                <a:lnTo>
                  <a:pt x="435051" y="0"/>
                </a:lnTo>
                <a:lnTo>
                  <a:pt x="435051" y="0"/>
                </a:lnTo>
                <a:lnTo>
                  <a:pt x="1087628" y="0"/>
                </a:lnTo>
                <a:lnTo>
                  <a:pt x="2610307" y="0"/>
                </a:lnTo>
                <a:lnTo>
                  <a:pt x="2610307" y="1116806"/>
                </a:lnTo>
                <a:lnTo>
                  <a:pt x="2610307" y="1116806"/>
                </a:lnTo>
                <a:lnTo>
                  <a:pt x="2610307" y="1595438"/>
                </a:lnTo>
                <a:lnTo>
                  <a:pt x="2610307" y="1914525"/>
                </a:lnTo>
                <a:lnTo>
                  <a:pt x="1773428" y="1924050"/>
                </a:lnTo>
                <a:lnTo>
                  <a:pt x="1304273" y="2372916"/>
                </a:lnTo>
                <a:lnTo>
                  <a:pt x="882726" y="1924050"/>
                </a:lnTo>
                <a:lnTo>
                  <a:pt x="0" y="1914525"/>
                </a:lnTo>
                <a:lnTo>
                  <a:pt x="0" y="1595438"/>
                </a:lnTo>
                <a:lnTo>
                  <a:pt x="0" y="1116806"/>
                </a:lnTo>
                <a:lnTo>
                  <a:pt x="0" y="111680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말풍선: 사각형 55">
            <a:extLst>
              <a:ext uri="{FF2B5EF4-FFF2-40B4-BE49-F238E27FC236}">
                <a16:creationId xmlns:a16="http://schemas.microsoft.com/office/drawing/2014/main" id="{376C6AF3-A8F3-4EB3-8D89-11691A581184}"/>
              </a:ext>
            </a:extLst>
          </p:cNvPr>
          <p:cNvSpPr/>
          <p:nvPr/>
        </p:nvSpPr>
        <p:spPr>
          <a:xfrm flipV="1">
            <a:off x="2069925" y="4825795"/>
            <a:ext cx="2610307" cy="1709968"/>
          </a:xfrm>
          <a:custGeom>
            <a:avLst/>
            <a:gdLst>
              <a:gd name="connsiteX0" fmla="*/ 0 w 2610307"/>
              <a:gd name="connsiteY0" fmla="*/ 0 h 1914525"/>
              <a:gd name="connsiteX1" fmla="*/ 435051 w 2610307"/>
              <a:gd name="connsiteY1" fmla="*/ 0 h 1914525"/>
              <a:gd name="connsiteX2" fmla="*/ 435051 w 2610307"/>
              <a:gd name="connsiteY2" fmla="*/ 0 h 1914525"/>
              <a:gd name="connsiteX3" fmla="*/ 1087628 w 2610307"/>
              <a:gd name="connsiteY3" fmla="*/ 0 h 1914525"/>
              <a:gd name="connsiteX4" fmla="*/ 2610307 w 2610307"/>
              <a:gd name="connsiteY4" fmla="*/ 0 h 1914525"/>
              <a:gd name="connsiteX5" fmla="*/ 2610307 w 2610307"/>
              <a:gd name="connsiteY5" fmla="*/ 1116806 h 1914525"/>
              <a:gd name="connsiteX6" fmla="*/ 2610307 w 2610307"/>
              <a:gd name="connsiteY6" fmla="*/ 1116806 h 1914525"/>
              <a:gd name="connsiteX7" fmla="*/ 2610307 w 2610307"/>
              <a:gd name="connsiteY7" fmla="*/ 1595438 h 1914525"/>
              <a:gd name="connsiteX8" fmla="*/ 2610307 w 2610307"/>
              <a:gd name="connsiteY8" fmla="*/ 1914525 h 1914525"/>
              <a:gd name="connsiteX9" fmla="*/ 1087628 w 2610307"/>
              <a:gd name="connsiteY9" fmla="*/ 1914525 h 1914525"/>
              <a:gd name="connsiteX10" fmla="*/ 761348 w 2610307"/>
              <a:gd name="connsiteY10" fmla="*/ 2153841 h 1914525"/>
              <a:gd name="connsiteX11" fmla="*/ 435051 w 2610307"/>
              <a:gd name="connsiteY11" fmla="*/ 1914525 h 1914525"/>
              <a:gd name="connsiteX12" fmla="*/ 0 w 2610307"/>
              <a:gd name="connsiteY12" fmla="*/ 1914525 h 1914525"/>
              <a:gd name="connsiteX13" fmla="*/ 0 w 2610307"/>
              <a:gd name="connsiteY13" fmla="*/ 1595438 h 1914525"/>
              <a:gd name="connsiteX14" fmla="*/ 0 w 2610307"/>
              <a:gd name="connsiteY14" fmla="*/ 1116806 h 1914525"/>
              <a:gd name="connsiteX15" fmla="*/ 0 w 2610307"/>
              <a:gd name="connsiteY15" fmla="*/ 1116806 h 1914525"/>
              <a:gd name="connsiteX16" fmla="*/ 0 w 2610307"/>
              <a:gd name="connsiteY16" fmla="*/ 0 h 1914525"/>
              <a:gd name="connsiteX0" fmla="*/ 0 w 2610307"/>
              <a:gd name="connsiteY0" fmla="*/ 0 h 2153841"/>
              <a:gd name="connsiteX1" fmla="*/ 435051 w 2610307"/>
              <a:gd name="connsiteY1" fmla="*/ 0 h 2153841"/>
              <a:gd name="connsiteX2" fmla="*/ 435051 w 2610307"/>
              <a:gd name="connsiteY2" fmla="*/ 0 h 2153841"/>
              <a:gd name="connsiteX3" fmla="*/ 1087628 w 2610307"/>
              <a:gd name="connsiteY3" fmla="*/ 0 h 2153841"/>
              <a:gd name="connsiteX4" fmla="*/ 2610307 w 2610307"/>
              <a:gd name="connsiteY4" fmla="*/ 0 h 2153841"/>
              <a:gd name="connsiteX5" fmla="*/ 2610307 w 2610307"/>
              <a:gd name="connsiteY5" fmla="*/ 1116806 h 2153841"/>
              <a:gd name="connsiteX6" fmla="*/ 2610307 w 2610307"/>
              <a:gd name="connsiteY6" fmla="*/ 1116806 h 2153841"/>
              <a:gd name="connsiteX7" fmla="*/ 2610307 w 2610307"/>
              <a:gd name="connsiteY7" fmla="*/ 1595438 h 2153841"/>
              <a:gd name="connsiteX8" fmla="*/ 2610307 w 2610307"/>
              <a:gd name="connsiteY8" fmla="*/ 1914525 h 2153841"/>
              <a:gd name="connsiteX9" fmla="*/ 1773428 w 2610307"/>
              <a:gd name="connsiteY9" fmla="*/ 1924050 h 2153841"/>
              <a:gd name="connsiteX10" fmla="*/ 761348 w 2610307"/>
              <a:gd name="connsiteY10" fmla="*/ 2153841 h 2153841"/>
              <a:gd name="connsiteX11" fmla="*/ 435051 w 2610307"/>
              <a:gd name="connsiteY11" fmla="*/ 1914525 h 2153841"/>
              <a:gd name="connsiteX12" fmla="*/ 0 w 2610307"/>
              <a:gd name="connsiteY12" fmla="*/ 1914525 h 2153841"/>
              <a:gd name="connsiteX13" fmla="*/ 0 w 2610307"/>
              <a:gd name="connsiteY13" fmla="*/ 1595438 h 2153841"/>
              <a:gd name="connsiteX14" fmla="*/ 0 w 2610307"/>
              <a:gd name="connsiteY14" fmla="*/ 1116806 h 2153841"/>
              <a:gd name="connsiteX15" fmla="*/ 0 w 2610307"/>
              <a:gd name="connsiteY15" fmla="*/ 1116806 h 2153841"/>
              <a:gd name="connsiteX16" fmla="*/ 0 w 2610307"/>
              <a:gd name="connsiteY16" fmla="*/ 0 h 2153841"/>
              <a:gd name="connsiteX0" fmla="*/ 0 w 2610307"/>
              <a:gd name="connsiteY0" fmla="*/ 0 h 2191941"/>
              <a:gd name="connsiteX1" fmla="*/ 435051 w 2610307"/>
              <a:gd name="connsiteY1" fmla="*/ 0 h 2191941"/>
              <a:gd name="connsiteX2" fmla="*/ 435051 w 2610307"/>
              <a:gd name="connsiteY2" fmla="*/ 0 h 2191941"/>
              <a:gd name="connsiteX3" fmla="*/ 1087628 w 2610307"/>
              <a:gd name="connsiteY3" fmla="*/ 0 h 2191941"/>
              <a:gd name="connsiteX4" fmla="*/ 2610307 w 2610307"/>
              <a:gd name="connsiteY4" fmla="*/ 0 h 2191941"/>
              <a:gd name="connsiteX5" fmla="*/ 2610307 w 2610307"/>
              <a:gd name="connsiteY5" fmla="*/ 1116806 h 2191941"/>
              <a:gd name="connsiteX6" fmla="*/ 2610307 w 2610307"/>
              <a:gd name="connsiteY6" fmla="*/ 1116806 h 2191941"/>
              <a:gd name="connsiteX7" fmla="*/ 2610307 w 2610307"/>
              <a:gd name="connsiteY7" fmla="*/ 1595438 h 2191941"/>
              <a:gd name="connsiteX8" fmla="*/ 2610307 w 2610307"/>
              <a:gd name="connsiteY8" fmla="*/ 1914525 h 2191941"/>
              <a:gd name="connsiteX9" fmla="*/ 1773428 w 2610307"/>
              <a:gd name="connsiteY9" fmla="*/ 1924050 h 2191941"/>
              <a:gd name="connsiteX10" fmla="*/ 1237598 w 2610307"/>
              <a:gd name="connsiteY10" fmla="*/ 2191941 h 2191941"/>
              <a:gd name="connsiteX11" fmla="*/ 435051 w 2610307"/>
              <a:gd name="connsiteY11" fmla="*/ 1914525 h 2191941"/>
              <a:gd name="connsiteX12" fmla="*/ 0 w 2610307"/>
              <a:gd name="connsiteY12" fmla="*/ 1914525 h 2191941"/>
              <a:gd name="connsiteX13" fmla="*/ 0 w 2610307"/>
              <a:gd name="connsiteY13" fmla="*/ 1595438 h 2191941"/>
              <a:gd name="connsiteX14" fmla="*/ 0 w 2610307"/>
              <a:gd name="connsiteY14" fmla="*/ 1116806 h 2191941"/>
              <a:gd name="connsiteX15" fmla="*/ 0 w 2610307"/>
              <a:gd name="connsiteY15" fmla="*/ 1116806 h 2191941"/>
              <a:gd name="connsiteX16" fmla="*/ 0 w 2610307"/>
              <a:gd name="connsiteY16" fmla="*/ 0 h 2191941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418573 w 2610307"/>
              <a:gd name="connsiteY10" fmla="*/ 2201466 h 2201466"/>
              <a:gd name="connsiteX11" fmla="*/ 435051 w 2610307"/>
              <a:gd name="connsiteY11" fmla="*/ 1914525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418573 w 2610307"/>
              <a:gd name="connsiteY10" fmla="*/ 2201466 h 2201466"/>
              <a:gd name="connsiteX11" fmla="*/ 9875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10991"/>
              <a:gd name="connsiteX1" fmla="*/ 435051 w 2610307"/>
              <a:gd name="connsiteY1" fmla="*/ 0 h 2210991"/>
              <a:gd name="connsiteX2" fmla="*/ 435051 w 2610307"/>
              <a:gd name="connsiteY2" fmla="*/ 0 h 2210991"/>
              <a:gd name="connsiteX3" fmla="*/ 1087628 w 2610307"/>
              <a:gd name="connsiteY3" fmla="*/ 0 h 2210991"/>
              <a:gd name="connsiteX4" fmla="*/ 2610307 w 2610307"/>
              <a:gd name="connsiteY4" fmla="*/ 0 h 2210991"/>
              <a:gd name="connsiteX5" fmla="*/ 2610307 w 2610307"/>
              <a:gd name="connsiteY5" fmla="*/ 1116806 h 2210991"/>
              <a:gd name="connsiteX6" fmla="*/ 2610307 w 2610307"/>
              <a:gd name="connsiteY6" fmla="*/ 1116806 h 2210991"/>
              <a:gd name="connsiteX7" fmla="*/ 2610307 w 2610307"/>
              <a:gd name="connsiteY7" fmla="*/ 1595438 h 2210991"/>
              <a:gd name="connsiteX8" fmla="*/ 2610307 w 2610307"/>
              <a:gd name="connsiteY8" fmla="*/ 1914525 h 2210991"/>
              <a:gd name="connsiteX9" fmla="*/ 1773428 w 2610307"/>
              <a:gd name="connsiteY9" fmla="*/ 1924050 h 2210991"/>
              <a:gd name="connsiteX10" fmla="*/ 1342373 w 2610307"/>
              <a:gd name="connsiteY10" fmla="*/ 2210991 h 2210991"/>
              <a:gd name="connsiteX11" fmla="*/ 987501 w 2610307"/>
              <a:gd name="connsiteY11" fmla="*/ 1924050 h 2210991"/>
              <a:gd name="connsiteX12" fmla="*/ 0 w 2610307"/>
              <a:gd name="connsiteY12" fmla="*/ 1914525 h 2210991"/>
              <a:gd name="connsiteX13" fmla="*/ 0 w 2610307"/>
              <a:gd name="connsiteY13" fmla="*/ 1595438 h 2210991"/>
              <a:gd name="connsiteX14" fmla="*/ 0 w 2610307"/>
              <a:gd name="connsiteY14" fmla="*/ 1116806 h 2210991"/>
              <a:gd name="connsiteX15" fmla="*/ 0 w 2610307"/>
              <a:gd name="connsiteY15" fmla="*/ 1116806 h 2210991"/>
              <a:gd name="connsiteX16" fmla="*/ 0 w 2610307"/>
              <a:gd name="connsiteY16" fmla="*/ 0 h 2210991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313798 w 2610307"/>
              <a:gd name="connsiteY10" fmla="*/ 2201466 h 2201466"/>
              <a:gd name="connsiteX11" fmla="*/ 9875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313798 w 2610307"/>
              <a:gd name="connsiteY10" fmla="*/ 2201466 h 2201466"/>
              <a:gd name="connsiteX11" fmla="*/ 9113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23323 w 2610307"/>
              <a:gd name="connsiteY10" fmla="*/ 2372916 h 2372916"/>
              <a:gd name="connsiteX11" fmla="*/ 911301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04273 w 2610307"/>
              <a:gd name="connsiteY10" fmla="*/ 2372916 h 2372916"/>
              <a:gd name="connsiteX11" fmla="*/ 911301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04273 w 2610307"/>
              <a:gd name="connsiteY10" fmla="*/ 2372916 h 2372916"/>
              <a:gd name="connsiteX11" fmla="*/ 882726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10307" h="2372916">
                <a:moveTo>
                  <a:pt x="0" y="0"/>
                </a:moveTo>
                <a:lnTo>
                  <a:pt x="435051" y="0"/>
                </a:lnTo>
                <a:lnTo>
                  <a:pt x="435051" y="0"/>
                </a:lnTo>
                <a:lnTo>
                  <a:pt x="1087628" y="0"/>
                </a:lnTo>
                <a:lnTo>
                  <a:pt x="2610307" y="0"/>
                </a:lnTo>
                <a:lnTo>
                  <a:pt x="2610307" y="1116806"/>
                </a:lnTo>
                <a:lnTo>
                  <a:pt x="2610307" y="1116806"/>
                </a:lnTo>
                <a:lnTo>
                  <a:pt x="2610307" y="1595438"/>
                </a:lnTo>
                <a:lnTo>
                  <a:pt x="2610307" y="1914525"/>
                </a:lnTo>
                <a:lnTo>
                  <a:pt x="1773428" y="1924050"/>
                </a:lnTo>
                <a:lnTo>
                  <a:pt x="1304273" y="2372916"/>
                </a:lnTo>
                <a:lnTo>
                  <a:pt x="882726" y="1924050"/>
                </a:lnTo>
                <a:lnTo>
                  <a:pt x="0" y="1914525"/>
                </a:lnTo>
                <a:lnTo>
                  <a:pt x="0" y="1595438"/>
                </a:lnTo>
                <a:lnTo>
                  <a:pt x="0" y="1116806"/>
                </a:lnTo>
                <a:lnTo>
                  <a:pt x="0" y="111680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sx="104000" sy="10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말풍선: 사각형 55">
            <a:extLst>
              <a:ext uri="{FF2B5EF4-FFF2-40B4-BE49-F238E27FC236}">
                <a16:creationId xmlns:a16="http://schemas.microsoft.com/office/drawing/2014/main" id="{9577FC77-6C2D-4A3C-8D27-C22FCFB07731}"/>
              </a:ext>
            </a:extLst>
          </p:cNvPr>
          <p:cNvSpPr/>
          <p:nvPr/>
        </p:nvSpPr>
        <p:spPr>
          <a:xfrm flipV="1">
            <a:off x="7511770" y="4787952"/>
            <a:ext cx="2610307" cy="1709968"/>
          </a:xfrm>
          <a:custGeom>
            <a:avLst/>
            <a:gdLst>
              <a:gd name="connsiteX0" fmla="*/ 0 w 2610307"/>
              <a:gd name="connsiteY0" fmla="*/ 0 h 1914525"/>
              <a:gd name="connsiteX1" fmla="*/ 435051 w 2610307"/>
              <a:gd name="connsiteY1" fmla="*/ 0 h 1914525"/>
              <a:gd name="connsiteX2" fmla="*/ 435051 w 2610307"/>
              <a:gd name="connsiteY2" fmla="*/ 0 h 1914525"/>
              <a:gd name="connsiteX3" fmla="*/ 1087628 w 2610307"/>
              <a:gd name="connsiteY3" fmla="*/ 0 h 1914525"/>
              <a:gd name="connsiteX4" fmla="*/ 2610307 w 2610307"/>
              <a:gd name="connsiteY4" fmla="*/ 0 h 1914525"/>
              <a:gd name="connsiteX5" fmla="*/ 2610307 w 2610307"/>
              <a:gd name="connsiteY5" fmla="*/ 1116806 h 1914525"/>
              <a:gd name="connsiteX6" fmla="*/ 2610307 w 2610307"/>
              <a:gd name="connsiteY6" fmla="*/ 1116806 h 1914525"/>
              <a:gd name="connsiteX7" fmla="*/ 2610307 w 2610307"/>
              <a:gd name="connsiteY7" fmla="*/ 1595438 h 1914525"/>
              <a:gd name="connsiteX8" fmla="*/ 2610307 w 2610307"/>
              <a:gd name="connsiteY8" fmla="*/ 1914525 h 1914525"/>
              <a:gd name="connsiteX9" fmla="*/ 1087628 w 2610307"/>
              <a:gd name="connsiteY9" fmla="*/ 1914525 h 1914525"/>
              <a:gd name="connsiteX10" fmla="*/ 761348 w 2610307"/>
              <a:gd name="connsiteY10" fmla="*/ 2153841 h 1914525"/>
              <a:gd name="connsiteX11" fmla="*/ 435051 w 2610307"/>
              <a:gd name="connsiteY11" fmla="*/ 1914525 h 1914525"/>
              <a:gd name="connsiteX12" fmla="*/ 0 w 2610307"/>
              <a:gd name="connsiteY12" fmla="*/ 1914525 h 1914525"/>
              <a:gd name="connsiteX13" fmla="*/ 0 w 2610307"/>
              <a:gd name="connsiteY13" fmla="*/ 1595438 h 1914525"/>
              <a:gd name="connsiteX14" fmla="*/ 0 w 2610307"/>
              <a:gd name="connsiteY14" fmla="*/ 1116806 h 1914525"/>
              <a:gd name="connsiteX15" fmla="*/ 0 w 2610307"/>
              <a:gd name="connsiteY15" fmla="*/ 1116806 h 1914525"/>
              <a:gd name="connsiteX16" fmla="*/ 0 w 2610307"/>
              <a:gd name="connsiteY16" fmla="*/ 0 h 1914525"/>
              <a:gd name="connsiteX0" fmla="*/ 0 w 2610307"/>
              <a:gd name="connsiteY0" fmla="*/ 0 h 2153841"/>
              <a:gd name="connsiteX1" fmla="*/ 435051 w 2610307"/>
              <a:gd name="connsiteY1" fmla="*/ 0 h 2153841"/>
              <a:gd name="connsiteX2" fmla="*/ 435051 w 2610307"/>
              <a:gd name="connsiteY2" fmla="*/ 0 h 2153841"/>
              <a:gd name="connsiteX3" fmla="*/ 1087628 w 2610307"/>
              <a:gd name="connsiteY3" fmla="*/ 0 h 2153841"/>
              <a:gd name="connsiteX4" fmla="*/ 2610307 w 2610307"/>
              <a:gd name="connsiteY4" fmla="*/ 0 h 2153841"/>
              <a:gd name="connsiteX5" fmla="*/ 2610307 w 2610307"/>
              <a:gd name="connsiteY5" fmla="*/ 1116806 h 2153841"/>
              <a:gd name="connsiteX6" fmla="*/ 2610307 w 2610307"/>
              <a:gd name="connsiteY6" fmla="*/ 1116806 h 2153841"/>
              <a:gd name="connsiteX7" fmla="*/ 2610307 w 2610307"/>
              <a:gd name="connsiteY7" fmla="*/ 1595438 h 2153841"/>
              <a:gd name="connsiteX8" fmla="*/ 2610307 w 2610307"/>
              <a:gd name="connsiteY8" fmla="*/ 1914525 h 2153841"/>
              <a:gd name="connsiteX9" fmla="*/ 1773428 w 2610307"/>
              <a:gd name="connsiteY9" fmla="*/ 1924050 h 2153841"/>
              <a:gd name="connsiteX10" fmla="*/ 761348 w 2610307"/>
              <a:gd name="connsiteY10" fmla="*/ 2153841 h 2153841"/>
              <a:gd name="connsiteX11" fmla="*/ 435051 w 2610307"/>
              <a:gd name="connsiteY11" fmla="*/ 1914525 h 2153841"/>
              <a:gd name="connsiteX12" fmla="*/ 0 w 2610307"/>
              <a:gd name="connsiteY12" fmla="*/ 1914525 h 2153841"/>
              <a:gd name="connsiteX13" fmla="*/ 0 w 2610307"/>
              <a:gd name="connsiteY13" fmla="*/ 1595438 h 2153841"/>
              <a:gd name="connsiteX14" fmla="*/ 0 w 2610307"/>
              <a:gd name="connsiteY14" fmla="*/ 1116806 h 2153841"/>
              <a:gd name="connsiteX15" fmla="*/ 0 w 2610307"/>
              <a:gd name="connsiteY15" fmla="*/ 1116806 h 2153841"/>
              <a:gd name="connsiteX16" fmla="*/ 0 w 2610307"/>
              <a:gd name="connsiteY16" fmla="*/ 0 h 2153841"/>
              <a:gd name="connsiteX0" fmla="*/ 0 w 2610307"/>
              <a:gd name="connsiteY0" fmla="*/ 0 h 2191941"/>
              <a:gd name="connsiteX1" fmla="*/ 435051 w 2610307"/>
              <a:gd name="connsiteY1" fmla="*/ 0 h 2191941"/>
              <a:gd name="connsiteX2" fmla="*/ 435051 w 2610307"/>
              <a:gd name="connsiteY2" fmla="*/ 0 h 2191941"/>
              <a:gd name="connsiteX3" fmla="*/ 1087628 w 2610307"/>
              <a:gd name="connsiteY3" fmla="*/ 0 h 2191941"/>
              <a:gd name="connsiteX4" fmla="*/ 2610307 w 2610307"/>
              <a:gd name="connsiteY4" fmla="*/ 0 h 2191941"/>
              <a:gd name="connsiteX5" fmla="*/ 2610307 w 2610307"/>
              <a:gd name="connsiteY5" fmla="*/ 1116806 h 2191941"/>
              <a:gd name="connsiteX6" fmla="*/ 2610307 w 2610307"/>
              <a:gd name="connsiteY6" fmla="*/ 1116806 h 2191941"/>
              <a:gd name="connsiteX7" fmla="*/ 2610307 w 2610307"/>
              <a:gd name="connsiteY7" fmla="*/ 1595438 h 2191941"/>
              <a:gd name="connsiteX8" fmla="*/ 2610307 w 2610307"/>
              <a:gd name="connsiteY8" fmla="*/ 1914525 h 2191941"/>
              <a:gd name="connsiteX9" fmla="*/ 1773428 w 2610307"/>
              <a:gd name="connsiteY9" fmla="*/ 1924050 h 2191941"/>
              <a:gd name="connsiteX10" fmla="*/ 1237598 w 2610307"/>
              <a:gd name="connsiteY10" fmla="*/ 2191941 h 2191941"/>
              <a:gd name="connsiteX11" fmla="*/ 435051 w 2610307"/>
              <a:gd name="connsiteY11" fmla="*/ 1914525 h 2191941"/>
              <a:gd name="connsiteX12" fmla="*/ 0 w 2610307"/>
              <a:gd name="connsiteY12" fmla="*/ 1914525 h 2191941"/>
              <a:gd name="connsiteX13" fmla="*/ 0 w 2610307"/>
              <a:gd name="connsiteY13" fmla="*/ 1595438 h 2191941"/>
              <a:gd name="connsiteX14" fmla="*/ 0 w 2610307"/>
              <a:gd name="connsiteY14" fmla="*/ 1116806 h 2191941"/>
              <a:gd name="connsiteX15" fmla="*/ 0 w 2610307"/>
              <a:gd name="connsiteY15" fmla="*/ 1116806 h 2191941"/>
              <a:gd name="connsiteX16" fmla="*/ 0 w 2610307"/>
              <a:gd name="connsiteY16" fmla="*/ 0 h 2191941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418573 w 2610307"/>
              <a:gd name="connsiteY10" fmla="*/ 2201466 h 2201466"/>
              <a:gd name="connsiteX11" fmla="*/ 435051 w 2610307"/>
              <a:gd name="connsiteY11" fmla="*/ 1914525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418573 w 2610307"/>
              <a:gd name="connsiteY10" fmla="*/ 2201466 h 2201466"/>
              <a:gd name="connsiteX11" fmla="*/ 9875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10991"/>
              <a:gd name="connsiteX1" fmla="*/ 435051 w 2610307"/>
              <a:gd name="connsiteY1" fmla="*/ 0 h 2210991"/>
              <a:gd name="connsiteX2" fmla="*/ 435051 w 2610307"/>
              <a:gd name="connsiteY2" fmla="*/ 0 h 2210991"/>
              <a:gd name="connsiteX3" fmla="*/ 1087628 w 2610307"/>
              <a:gd name="connsiteY3" fmla="*/ 0 h 2210991"/>
              <a:gd name="connsiteX4" fmla="*/ 2610307 w 2610307"/>
              <a:gd name="connsiteY4" fmla="*/ 0 h 2210991"/>
              <a:gd name="connsiteX5" fmla="*/ 2610307 w 2610307"/>
              <a:gd name="connsiteY5" fmla="*/ 1116806 h 2210991"/>
              <a:gd name="connsiteX6" fmla="*/ 2610307 w 2610307"/>
              <a:gd name="connsiteY6" fmla="*/ 1116806 h 2210991"/>
              <a:gd name="connsiteX7" fmla="*/ 2610307 w 2610307"/>
              <a:gd name="connsiteY7" fmla="*/ 1595438 h 2210991"/>
              <a:gd name="connsiteX8" fmla="*/ 2610307 w 2610307"/>
              <a:gd name="connsiteY8" fmla="*/ 1914525 h 2210991"/>
              <a:gd name="connsiteX9" fmla="*/ 1773428 w 2610307"/>
              <a:gd name="connsiteY9" fmla="*/ 1924050 h 2210991"/>
              <a:gd name="connsiteX10" fmla="*/ 1342373 w 2610307"/>
              <a:gd name="connsiteY10" fmla="*/ 2210991 h 2210991"/>
              <a:gd name="connsiteX11" fmla="*/ 987501 w 2610307"/>
              <a:gd name="connsiteY11" fmla="*/ 1924050 h 2210991"/>
              <a:gd name="connsiteX12" fmla="*/ 0 w 2610307"/>
              <a:gd name="connsiteY12" fmla="*/ 1914525 h 2210991"/>
              <a:gd name="connsiteX13" fmla="*/ 0 w 2610307"/>
              <a:gd name="connsiteY13" fmla="*/ 1595438 h 2210991"/>
              <a:gd name="connsiteX14" fmla="*/ 0 w 2610307"/>
              <a:gd name="connsiteY14" fmla="*/ 1116806 h 2210991"/>
              <a:gd name="connsiteX15" fmla="*/ 0 w 2610307"/>
              <a:gd name="connsiteY15" fmla="*/ 1116806 h 2210991"/>
              <a:gd name="connsiteX16" fmla="*/ 0 w 2610307"/>
              <a:gd name="connsiteY16" fmla="*/ 0 h 2210991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313798 w 2610307"/>
              <a:gd name="connsiteY10" fmla="*/ 2201466 h 2201466"/>
              <a:gd name="connsiteX11" fmla="*/ 9875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201466"/>
              <a:gd name="connsiteX1" fmla="*/ 435051 w 2610307"/>
              <a:gd name="connsiteY1" fmla="*/ 0 h 2201466"/>
              <a:gd name="connsiteX2" fmla="*/ 435051 w 2610307"/>
              <a:gd name="connsiteY2" fmla="*/ 0 h 2201466"/>
              <a:gd name="connsiteX3" fmla="*/ 1087628 w 2610307"/>
              <a:gd name="connsiteY3" fmla="*/ 0 h 2201466"/>
              <a:gd name="connsiteX4" fmla="*/ 2610307 w 2610307"/>
              <a:gd name="connsiteY4" fmla="*/ 0 h 2201466"/>
              <a:gd name="connsiteX5" fmla="*/ 2610307 w 2610307"/>
              <a:gd name="connsiteY5" fmla="*/ 1116806 h 2201466"/>
              <a:gd name="connsiteX6" fmla="*/ 2610307 w 2610307"/>
              <a:gd name="connsiteY6" fmla="*/ 1116806 h 2201466"/>
              <a:gd name="connsiteX7" fmla="*/ 2610307 w 2610307"/>
              <a:gd name="connsiteY7" fmla="*/ 1595438 h 2201466"/>
              <a:gd name="connsiteX8" fmla="*/ 2610307 w 2610307"/>
              <a:gd name="connsiteY8" fmla="*/ 1914525 h 2201466"/>
              <a:gd name="connsiteX9" fmla="*/ 1773428 w 2610307"/>
              <a:gd name="connsiteY9" fmla="*/ 1924050 h 2201466"/>
              <a:gd name="connsiteX10" fmla="*/ 1313798 w 2610307"/>
              <a:gd name="connsiteY10" fmla="*/ 2201466 h 2201466"/>
              <a:gd name="connsiteX11" fmla="*/ 911301 w 2610307"/>
              <a:gd name="connsiteY11" fmla="*/ 1924050 h 2201466"/>
              <a:gd name="connsiteX12" fmla="*/ 0 w 2610307"/>
              <a:gd name="connsiteY12" fmla="*/ 1914525 h 2201466"/>
              <a:gd name="connsiteX13" fmla="*/ 0 w 2610307"/>
              <a:gd name="connsiteY13" fmla="*/ 1595438 h 2201466"/>
              <a:gd name="connsiteX14" fmla="*/ 0 w 2610307"/>
              <a:gd name="connsiteY14" fmla="*/ 1116806 h 2201466"/>
              <a:gd name="connsiteX15" fmla="*/ 0 w 2610307"/>
              <a:gd name="connsiteY15" fmla="*/ 1116806 h 2201466"/>
              <a:gd name="connsiteX16" fmla="*/ 0 w 2610307"/>
              <a:gd name="connsiteY16" fmla="*/ 0 h 220146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23323 w 2610307"/>
              <a:gd name="connsiteY10" fmla="*/ 2372916 h 2372916"/>
              <a:gd name="connsiteX11" fmla="*/ 911301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04273 w 2610307"/>
              <a:gd name="connsiteY10" fmla="*/ 2372916 h 2372916"/>
              <a:gd name="connsiteX11" fmla="*/ 911301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  <a:gd name="connsiteX0" fmla="*/ 0 w 2610307"/>
              <a:gd name="connsiteY0" fmla="*/ 0 h 2372916"/>
              <a:gd name="connsiteX1" fmla="*/ 435051 w 2610307"/>
              <a:gd name="connsiteY1" fmla="*/ 0 h 2372916"/>
              <a:gd name="connsiteX2" fmla="*/ 435051 w 2610307"/>
              <a:gd name="connsiteY2" fmla="*/ 0 h 2372916"/>
              <a:gd name="connsiteX3" fmla="*/ 1087628 w 2610307"/>
              <a:gd name="connsiteY3" fmla="*/ 0 h 2372916"/>
              <a:gd name="connsiteX4" fmla="*/ 2610307 w 2610307"/>
              <a:gd name="connsiteY4" fmla="*/ 0 h 2372916"/>
              <a:gd name="connsiteX5" fmla="*/ 2610307 w 2610307"/>
              <a:gd name="connsiteY5" fmla="*/ 1116806 h 2372916"/>
              <a:gd name="connsiteX6" fmla="*/ 2610307 w 2610307"/>
              <a:gd name="connsiteY6" fmla="*/ 1116806 h 2372916"/>
              <a:gd name="connsiteX7" fmla="*/ 2610307 w 2610307"/>
              <a:gd name="connsiteY7" fmla="*/ 1595438 h 2372916"/>
              <a:gd name="connsiteX8" fmla="*/ 2610307 w 2610307"/>
              <a:gd name="connsiteY8" fmla="*/ 1914525 h 2372916"/>
              <a:gd name="connsiteX9" fmla="*/ 1773428 w 2610307"/>
              <a:gd name="connsiteY9" fmla="*/ 1924050 h 2372916"/>
              <a:gd name="connsiteX10" fmla="*/ 1304273 w 2610307"/>
              <a:gd name="connsiteY10" fmla="*/ 2372916 h 2372916"/>
              <a:gd name="connsiteX11" fmla="*/ 882726 w 2610307"/>
              <a:gd name="connsiteY11" fmla="*/ 1924050 h 2372916"/>
              <a:gd name="connsiteX12" fmla="*/ 0 w 2610307"/>
              <a:gd name="connsiteY12" fmla="*/ 1914525 h 2372916"/>
              <a:gd name="connsiteX13" fmla="*/ 0 w 2610307"/>
              <a:gd name="connsiteY13" fmla="*/ 1595438 h 2372916"/>
              <a:gd name="connsiteX14" fmla="*/ 0 w 2610307"/>
              <a:gd name="connsiteY14" fmla="*/ 1116806 h 2372916"/>
              <a:gd name="connsiteX15" fmla="*/ 0 w 2610307"/>
              <a:gd name="connsiteY15" fmla="*/ 1116806 h 2372916"/>
              <a:gd name="connsiteX16" fmla="*/ 0 w 2610307"/>
              <a:gd name="connsiteY16" fmla="*/ 0 h 2372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10307" h="2372916">
                <a:moveTo>
                  <a:pt x="0" y="0"/>
                </a:moveTo>
                <a:lnTo>
                  <a:pt x="435051" y="0"/>
                </a:lnTo>
                <a:lnTo>
                  <a:pt x="435051" y="0"/>
                </a:lnTo>
                <a:lnTo>
                  <a:pt x="1087628" y="0"/>
                </a:lnTo>
                <a:lnTo>
                  <a:pt x="2610307" y="0"/>
                </a:lnTo>
                <a:lnTo>
                  <a:pt x="2610307" y="1116806"/>
                </a:lnTo>
                <a:lnTo>
                  <a:pt x="2610307" y="1116806"/>
                </a:lnTo>
                <a:lnTo>
                  <a:pt x="2610307" y="1595438"/>
                </a:lnTo>
                <a:lnTo>
                  <a:pt x="2610307" y="1914525"/>
                </a:lnTo>
                <a:lnTo>
                  <a:pt x="1773428" y="1924050"/>
                </a:lnTo>
                <a:lnTo>
                  <a:pt x="1304273" y="2372916"/>
                </a:lnTo>
                <a:lnTo>
                  <a:pt x="882726" y="1924050"/>
                </a:lnTo>
                <a:lnTo>
                  <a:pt x="0" y="1914525"/>
                </a:lnTo>
                <a:lnTo>
                  <a:pt x="0" y="1595438"/>
                </a:lnTo>
                <a:lnTo>
                  <a:pt x="0" y="1116806"/>
                </a:lnTo>
                <a:lnTo>
                  <a:pt x="0" y="111680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C1CDA6-4C49-4DAD-8064-6B534856A2C7}"/>
              </a:ext>
            </a:extLst>
          </p:cNvPr>
          <p:cNvSpPr txBox="1"/>
          <p:nvPr/>
        </p:nvSpPr>
        <p:spPr>
          <a:xfrm>
            <a:off x="1095055" y="1962684"/>
            <a:ext cx="1216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기획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AC976E-85E4-45F5-913F-32E593626C41}"/>
              </a:ext>
            </a:extLst>
          </p:cNvPr>
          <p:cNvSpPr txBox="1"/>
          <p:nvPr/>
        </p:nvSpPr>
        <p:spPr>
          <a:xfrm>
            <a:off x="2420178" y="5542720"/>
            <a:ext cx="1907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홈 화면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C206EB-A8CE-4AF1-B0C5-3A2F25722BEB}"/>
              </a:ext>
            </a:extLst>
          </p:cNvPr>
          <p:cNvSpPr txBox="1"/>
          <p:nvPr/>
        </p:nvSpPr>
        <p:spPr>
          <a:xfrm>
            <a:off x="5098273" y="1971070"/>
            <a:ext cx="20942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관광정보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3F8CB0-050E-46F5-AB9F-54937E79AF9B}"/>
              </a:ext>
            </a:extLst>
          </p:cNvPr>
          <p:cNvSpPr txBox="1"/>
          <p:nvPr/>
        </p:nvSpPr>
        <p:spPr>
          <a:xfrm>
            <a:off x="9275433" y="2000421"/>
            <a:ext cx="24994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마무리하며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C9E922-C69B-4D29-A162-BD22B4C345C3}"/>
              </a:ext>
            </a:extLst>
          </p:cNvPr>
          <p:cNvSpPr txBox="1"/>
          <p:nvPr/>
        </p:nvSpPr>
        <p:spPr>
          <a:xfrm>
            <a:off x="7865440" y="5542720"/>
            <a:ext cx="20606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테마여행</a:t>
            </a:r>
          </a:p>
        </p:txBody>
      </p:sp>
    </p:spTree>
    <p:extLst>
      <p:ext uri="{BB962C8B-B14F-4D97-AF65-F5344CB8AC3E}">
        <p14:creationId xmlns:p14="http://schemas.microsoft.com/office/powerpoint/2010/main" val="3263204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1F43139E-45DE-44CC-8715-B4BD266360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24FF996-CA34-4A92-AD61-6A105D2A9C19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A06D0C0-18F4-4E0C-AAB5-FF89E2DD93F1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1C41AB5-5384-4E18-BFEE-4D0FFC9FE541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90259B2-DE07-4917-B60A-7F7C172C7E81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3" name="Text 1"/>
          <p:cNvSpPr/>
          <p:nvPr/>
        </p:nvSpPr>
        <p:spPr>
          <a:xfrm>
            <a:off x="548640" y="1575435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서울 공공데이터, 7개 카테고리로 통합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44115"/>
            <a:ext cx="3291840" cy="4023360"/>
          </a:xfrm>
          <a:prstGeom prst="roundRect">
            <a:avLst>
              <a:gd name="adj" fmla="val 3333"/>
            </a:avLst>
          </a:prstGeom>
          <a:solidFill>
            <a:srgbClr val="1C2B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21355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6,518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4181475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3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건의 서울 공공데이터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58715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8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Tour API 4.0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8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공공누리 제3유형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8F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(출처 표시 · 변경 금지)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2444115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2681859"/>
            <a:ext cx="73152" cy="457200"/>
          </a:xfrm>
          <a:prstGeom prst="rect">
            <a:avLst/>
          </a:prstGeom>
          <a:solidFill>
            <a:srgbClr val="2872B3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553843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883027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43800" y="2444115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8392" y="2681859"/>
            <a:ext cx="73152" cy="457200"/>
          </a:xfrm>
          <a:prstGeom prst="rect">
            <a:avLst/>
          </a:prstGeom>
          <a:solidFill>
            <a:srgbClr val="C2001F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2553843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09560" y="2883027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4,368건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60520" y="3523107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3760851"/>
            <a:ext cx="73152" cy="457200"/>
          </a:xfrm>
          <a:prstGeom prst="rect">
            <a:avLst/>
          </a:prstGeom>
          <a:solidFill>
            <a:srgbClr val="308027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632835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문화시설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3962019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566건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3523107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3760851"/>
            <a:ext cx="73152" cy="457200"/>
          </a:xfrm>
          <a:prstGeom prst="rect">
            <a:avLst/>
          </a:prstGeom>
          <a:solidFill>
            <a:srgbClr val="2872B3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3632835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09560" y="3962019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60520" y="4602099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5112" y="4839843"/>
            <a:ext cx="73152" cy="457200"/>
          </a:xfrm>
          <a:prstGeom prst="rect">
            <a:avLst/>
          </a:prstGeom>
          <a:solidFill>
            <a:srgbClr val="C2001F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711827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축제공연행사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5041011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201건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543800" y="4602099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08392" y="4839843"/>
            <a:ext cx="73152" cy="457200"/>
          </a:xfrm>
          <a:prstGeom prst="rect">
            <a:avLst/>
          </a:prstGeom>
          <a:solidFill>
            <a:srgbClr val="308027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4711827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09560" y="5041011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126건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160520" y="5681091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5918835"/>
            <a:ext cx="73152" cy="457200"/>
          </a:xfrm>
          <a:prstGeom prst="rect">
            <a:avLst/>
          </a:prstGeom>
          <a:solidFill>
            <a:srgbClr val="2872B3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5790819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여행코스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26280" y="6120003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51건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475720" y="7198995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48" name="Picture 2" descr="기차 - 무료 수송개 아이콘">
            <a:extLst>
              <a:ext uri="{FF2B5EF4-FFF2-40B4-BE49-F238E27FC236}">
                <a16:creationId xmlns:a16="http://schemas.microsoft.com/office/drawing/2014/main" id="{BD3AE536-A161-4A94-8552-781153B3A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E3C56143-3051-4609-B594-1C271650F94A}"/>
              </a:ext>
            </a:extLst>
          </p:cNvPr>
          <p:cNvGrpSpPr/>
          <p:nvPr/>
        </p:nvGrpSpPr>
        <p:grpSpPr>
          <a:xfrm>
            <a:off x="414261" y="385220"/>
            <a:ext cx="914400" cy="914400"/>
            <a:chOff x="104455" y="2971799"/>
            <a:chExt cx="914400" cy="914400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6B7EA00-D266-49C4-A13A-BEC1A5938383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B1FDCFB-5359-46FD-9BCB-2A208D33D2E9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D3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D10BDE4-D2A8-4D77-83C2-6E77541AF5C8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153F43-4D7B-493A-98E2-8AABF97F11C8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기획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948520-B65A-4A8A-8BC2-D2FACE744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7704E86-AFDA-4036-98CB-A08A85368CC8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54C3BDA0-80EC-4FB9-B8DF-830CBB1F5F96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44A322C-7DB9-41EA-93F2-C4BB3876EA2C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E1F82368-AE5C-4E5E-BDEA-095D5DC5736A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3" name="Text 1"/>
          <p:cNvSpPr/>
          <p:nvPr/>
        </p:nvSpPr>
        <p:spPr>
          <a:xfrm>
            <a:off x="548640" y="1670685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6개 화면으로 구성된 서비스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39365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722245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316605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2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709797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노선도 컨셉 스플래시 + 날씨 + 카테고리 미리보기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539365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722245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80560" y="3316605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2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관광정보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3709797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카테고리 필터 + 카카오맵 지도 시각화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539365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722245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83880" y="3316605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2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관광지 상세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3709797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 상세정보 + VisitKorea 연계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88205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871085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5465445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2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테마여행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858637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테마별 코스 자동 생성 + AI 다듬기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4688205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4871085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80560" y="5465445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2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동네방네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5858637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게시판 (검색·조회수·좋아요·북마크)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4688205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8C3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83880" y="4871085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183880" y="5465445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72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챗봇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83880" y="5858637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데이터 기반 자연어 질의응답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7294245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34" name="Picture 2" descr="기차 - 무료 수송개 아이콘">
            <a:extLst>
              <a:ext uri="{FF2B5EF4-FFF2-40B4-BE49-F238E27FC236}">
                <a16:creationId xmlns:a16="http://schemas.microsoft.com/office/drawing/2014/main" id="{3E7CBF3C-27B5-4385-9040-4D1E40539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9358F72E-43B8-42D0-A3CA-7775FDC215C2}"/>
              </a:ext>
            </a:extLst>
          </p:cNvPr>
          <p:cNvGrpSpPr/>
          <p:nvPr/>
        </p:nvGrpSpPr>
        <p:grpSpPr>
          <a:xfrm>
            <a:off x="414261" y="385220"/>
            <a:ext cx="914400" cy="914400"/>
            <a:chOff x="104455" y="2971799"/>
            <a:chExt cx="914400" cy="914400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904DD11-0AAC-478F-85B1-A5905B9C0838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B92973D-5F1C-402D-A5E1-3BA522891771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D3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CA1BBEE-B973-4AF6-AC58-1F5E5C9ED293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EBC199-AE4D-4A2D-830F-DD8D21D193B6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기획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6B8F4A2E-C1CE-4DB3-86C7-86B7FE0678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555EC4B-737B-4CA2-AE51-E3A6E6D1DB65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22AE7B6-9985-40BC-B482-BC474C28265E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E9D65BC1-E232-46B9-A6BB-B3DEBABD0B0D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8B7B8177-1B16-4475-871C-FE21F8C7501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3" name="Text 1"/>
          <p:cNvSpPr/>
          <p:nvPr/>
        </p:nvSpPr>
        <p:spPr>
          <a:xfrm>
            <a:off x="548640" y="16992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필수 기능 구현 현황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05100"/>
            <a:ext cx="310896" cy="310896"/>
          </a:xfrm>
          <a:prstGeom prst="ellipse">
            <a:avLst/>
          </a:prstGeom>
          <a:solidFill>
            <a:srgbClr val="3080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868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6593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연동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20440" y="26593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제공 JSON 7개 카테고리를 프론트엔드에서 직접 fetch() 연동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26308"/>
            <a:ext cx="11064240" cy="0"/>
          </a:xfrm>
          <a:prstGeom prst="line">
            <a:avLst/>
          </a:prstGeom>
          <a:noFill/>
          <a:ln w="12700">
            <a:solidFill>
              <a:srgbClr val="E3D8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46348"/>
            <a:ext cx="310896" cy="310896"/>
          </a:xfrm>
          <a:prstGeom prst="ellipse">
            <a:avLst/>
          </a:prstGeom>
          <a:solidFill>
            <a:srgbClr val="30802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280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5006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커뮤니티 CRUD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50062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없는 익명 게시판 — 작성·조회·수정·삭제, 비밀번호 기반 권한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67556"/>
            <a:ext cx="11064240" cy="0"/>
          </a:xfrm>
          <a:prstGeom prst="line">
            <a:avLst/>
          </a:prstGeom>
          <a:noFill/>
          <a:ln w="12700">
            <a:solidFill>
              <a:srgbClr val="E3D8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387596"/>
            <a:ext cx="310896" cy="310896"/>
          </a:xfrm>
          <a:prstGeom prst="ellipse">
            <a:avLst/>
          </a:prstGeom>
          <a:solidFill>
            <a:srgbClr val="30802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693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34187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챗봇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4341876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히스토리 유지 + 모바일 대응, 카테고리별 요약본으로 토큰 초과 방지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08804"/>
            <a:ext cx="11064240" cy="0"/>
          </a:xfrm>
          <a:prstGeom prst="line">
            <a:avLst/>
          </a:prstGeom>
          <a:noFill/>
          <a:ln w="12700">
            <a:solidFill>
              <a:srgbClr val="E3D8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228844"/>
            <a:ext cx="310896" cy="310896"/>
          </a:xfrm>
          <a:prstGeom prst="ellipse">
            <a:avLst/>
          </a:prstGeom>
          <a:solidFill>
            <a:srgbClr val="30802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105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51831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Vue.js SPA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5183124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4 기반 8개 화면 라우팅 구조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750052"/>
            <a:ext cx="11064240" cy="0"/>
          </a:xfrm>
          <a:prstGeom prst="line">
            <a:avLst/>
          </a:prstGeom>
          <a:noFill/>
          <a:ln w="12700">
            <a:solidFill>
              <a:srgbClr val="E3D8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6070092"/>
            <a:ext cx="310896" cy="310896"/>
          </a:xfrm>
          <a:prstGeom prst="ellipse">
            <a:avLst/>
          </a:prstGeom>
          <a:solidFill>
            <a:srgbClr val="30802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0518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60243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Netlify 배포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20440" y="60243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저장소 연동, push 시 자동 재배포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6591300"/>
            <a:ext cx="11064240" cy="0"/>
          </a:xfrm>
          <a:prstGeom prst="line">
            <a:avLst/>
          </a:prstGeom>
          <a:noFill/>
          <a:ln w="12700">
            <a:solidFill>
              <a:srgbClr val="E3D8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75720" y="73228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5" name="Picture 2" descr="기차 - 무료 수송개 아이콘">
            <a:extLst>
              <a:ext uri="{FF2B5EF4-FFF2-40B4-BE49-F238E27FC236}">
                <a16:creationId xmlns:a16="http://schemas.microsoft.com/office/drawing/2014/main" id="{67FB0A43-B084-4D73-B890-680524A93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479F9D10-3C59-4151-817E-2437E613D27E}"/>
              </a:ext>
            </a:extLst>
          </p:cNvPr>
          <p:cNvGrpSpPr/>
          <p:nvPr/>
        </p:nvGrpSpPr>
        <p:grpSpPr>
          <a:xfrm>
            <a:off x="414261" y="385220"/>
            <a:ext cx="914400" cy="914400"/>
            <a:chOff x="104455" y="2971799"/>
            <a:chExt cx="914400" cy="914400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011C207-1241-471B-A7F0-C3AC47137543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E606EC9-5F7C-441C-8FD4-AA902FE4D8AC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D3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103827E-C99E-4CAA-8C9B-4E404CA90D5B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77E1BE-FE27-424A-830C-DD2C2328FD94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기획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536B77EA-3353-4468-9038-D79DD42BFF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C75717A-6797-465B-BF05-5722058FC1B5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161A93F-1EB1-4894-A5AE-2095D8B6AB7E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2AE010E-B7F0-44F6-8F28-D9E3B346C47F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7951046-33DE-4F8B-9D88-652C43B40182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3" name="Text 1"/>
          <p:cNvSpPr/>
          <p:nvPr/>
        </p:nvSpPr>
        <p:spPr>
          <a:xfrm>
            <a:off x="548640" y="1508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선택 기능 — 5종 구현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요구사항(최소 1개) 대비 5개 기능을 추가 구현했습니다.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2872B3">
              <a:alpha val="8000"/>
            </a:srgbClr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346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게시판 추가기능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9136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· 조회수 · 좋아요 · 북마크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6517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2872B3">
              <a:alpha val="8000"/>
            </a:srgbClr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8346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🌤️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8056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날씨 연동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480560" y="39136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기반 실시간 날씨·여행 적합도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26517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2872B3">
              <a:alpha val="8000"/>
            </a:srgbClr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8346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8388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 시각화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83880" y="39136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카카오맵 + 좌표 이상치 자동 필터링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C2001F">
              <a:alpha val="8000"/>
            </a:srgbClr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83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테마 여행 코스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77240" y="60624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기반 즉시 생성 + AI 다듬기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48006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C2001F">
              <a:alpha val="8000"/>
            </a:srgbClr>
          </a:solidFill>
          <a:ln w="12700">
            <a:solidFill>
              <a:srgbClr val="E3D8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983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480560" y="5623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축제 월별 필터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480560" y="60624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detailIntro2 일정 데이터 기반 필터링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7132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43" name="Picture 2" descr="기차 - 무료 수송개 아이콘">
            <a:extLst>
              <a:ext uri="{FF2B5EF4-FFF2-40B4-BE49-F238E27FC236}">
                <a16:creationId xmlns:a16="http://schemas.microsoft.com/office/drawing/2014/main" id="{BDAB1036-0F2C-42BF-AE6A-F30AB5F42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1CD58EAA-ABFB-4DA8-9D4D-717D92CDBF52}"/>
              </a:ext>
            </a:extLst>
          </p:cNvPr>
          <p:cNvGrpSpPr/>
          <p:nvPr/>
        </p:nvGrpSpPr>
        <p:grpSpPr>
          <a:xfrm>
            <a:off x="414261" y="385220"/>
            <a:ext cx="914400" cy="914400"/>
            <a:chOff x="104455" y="2971799"/>
            <a:chExt cx="914400" cy="914400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D60E785-B0BD-4831-A22D-C69A7A01CB54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7A060E7-E4FA-4DD8-A07B-23F2E49B99FE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D3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69ED990-0FD4-49B2-B09A-B4921B1102D0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2DC0C0-1B37-40F6-9DB4-C72ADFB89617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기획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lt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  <a:ea typeface="휴먼모음T" panose="02030504000101010101" pitchFamily="18" charset="-127"/>
              </a:endParaRPr>
            </a:p>
          </p:txBody>
        </p:sp>
      </p:grpSp>
      <p:pic>
        <p:nvPicPr>
          <p:cNvPr id="21" name="Picture 2" descr="기차 - 무료 수송개 아이콘">
            <a:extLst>
              <a:ext uri="{FF2B5EF4-FFF2-40B4-BE49-F238E27FC236}">
                <a16:creationId xmlns:a16="http://schemas.microsoft.com/office/drawing/2014/main" id="{F98080C4-9664-4B10-BD74-F3423F277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6886DF6-6505-4BF7-BC45-1AA764D869DE}"/>
              </a:ext>
            </a:extLst>
          </p:cNvPr>
          <p:cNvGrpSpPr/>
          <p:nvPr/>
        </p:nvGrpSpPr>
        <p:grpSpPr>
          <a:xfrm>
            <a:off x="414261" y="385220"/>
            <a:ext cx="914400" cy="914400"/>
            <a:chOff x="104455" y="2971799"/>
            <a:chExt cx="914400" cy="914400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C319B63F-B076-4C22-89A0-D46699F974BD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휴먼모음T" panose="02030504000101010101" pitchFamily="18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6AF131B-107F-4FD0-86BA-808D77D6CC8F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D3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1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3E4019-BDD5-4B93-B457-D8686FB56E01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8D26DB-6AB3-4C4A-AD48-6FE6F3E61A56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>
                <a:latin typeface="+mj-lt"/>
              </a:rPr>
              <a:t>기획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791B166-2321-4025-903F-4B9232DF3D33}"/>
              </a:ext>
            </a:extLst>
          </p:cNvPr>
          <p:cNvSpPr/>
          <p:nvPr/>
        </p:nvSpPr>
        <p:spPr>
          <a:xfrm>
            <a:off x="548640" y="1861185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A"/>
                </a:solidFill>
                <a:latin typeface="+mj-lt"/>
                <a:ea typeface="Cambria" pitchFamily="34" charset="-122"/>
                <a:cs typeface="Cambria" pitchFamily="34" charset="-120"/>
              </a:rPr>
              <a:t>기술 스택</a:t>
            </a:r>
            <a:endParaRPr lang="en-US" sz="3000" dirty="0">
              <a:latin typeface="+mj-lt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38ED0A31-6BC6-4B00-94AF-A91118600501}"/>
              </a:ext>
            </a:extLst>
          </p:cNvPr>
          <p:cNvSpPr/>
          <p:nvPr/>
        </p:nvSpPr>
        <p:spPr>
          <a:xfrm>
            <a:off x="548640" y="2867025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1C2B3A"/>
          </a:solidFill>
          <a:ln/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FB4F0EB3-90A9-4856-97A9-386553EDE31E}"/>
              </a:ext>
            </a:extLst>
          </p:cNvPr>
          <p:cNvSpPr/>
          <p:nvPr/>
        </p:nvSpPr>
        <p:spPr>
          <a:xfrm>
            <a:off x="822960" y="3187065"/>
            <a:ext cx="457200" cy="73152"/>
          </a:xfrm>
          <a:prstGeom prst="rect">
            <a:avLst/>
          </a:prstGeom>
          <a:solidFill>
            <a:srgbClr val="2872B3"/>
          </a:solidFill>
          <a:ln/>
        </p:spPr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5BDB8FB-65B2-410F-BC86-50AFFBF60BDC}"/>
              </a:ext>
            </a:extLst>
          </p:cNvPr>
          <p:cNvSpPr/>
          <p:nvPr/>
        </p:nvSpPr>
        <p:spPr>
          <a:xfrm>
            <a:off x="777240" y="3369945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>
              <a:latin typeface="+mj-lt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05125558-4DDA-4EDE-A0C5-D2AA93826102}"/>
              </a:ext>
            </a:extLst>
          </p:cNvPr>
          <p:cNvSpPr/>
          <p:nvPr/>
        </p:nvSpPr>
        <p:spPr>
          <a:xfrm>
            <a:off x="777240" y="3964305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Vue.js 3</a:t>
            </a:r>
            <a:endParaRPr lang="en-US" sz="125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(Composition API)</a:t>
            </a:r>
            <a:endParaRPr lang="en-US" sz="125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Vite · Vue Router 4</a:t>
            </a:r>
            <a:endParaRPr lang="en-US" sz="1250" dirty="0">
              <a:latin typeface="+mj-lt"/>
            </a:endParaRPr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C9630D30-E48B-4CD2-9AE1-780E45D6371E}"/>
              </a:ext>
            </a:extLst>
          </p:cNvPr>
          <p:cNvSpPr/>
          <p:nvPr/>
        </p:nvSpPr>
        <p:spPr>
          <a:xfrm>
            <a:off x="3291840" y="2867025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1C2B3A"/>
          </a:solidFill>
          <a:ln/>
        </p:spPr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5B8B6BE-D463-40E3-90EF-C398E5C59495}"/>
              </a:ext>
            </a:extLst>
          </p:cNvPr>
          <p:cNvSpPr/>
          <p:nvPr/>
        </p:nvSpPr>
        <p:spPr>
          <a:xfrm>
            <a:off x="3566160" y="3187065"/>
            <a:ext cx="457200" cy="73152"/>
          </a:xfrm>
          <a:prstGeom prst="rect">
            <a:avLst/>
          </a:prstGeom>
          <a:solidFill>
            <a:srgbClr val="308027"/>
          </a:solidFill>
          <a:ln/>
        </p:spPr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93BA4F3A-D40B-4297-9B31-CA895FA6540C}"/>
              </a:ext>
            </a:extLst>
          </p:cNvPr>
          <p:cNvSpPr/>
          <p:nvPr/>
        </p:nvSpPr>
        <p:spPr>
          <a:xfrm>
            <a:off x="3520440" y="3369945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>
              <a:latin typeface="+mj-lt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1E5F050E-794E-4F7A-AFB5-148C939CC7CB}"/>
              </a:ext>
            </a:extLst>
          </p:cNvPr>
          <p:cNvSpPr/>
          <p:nvPr/>
        </p:nvSpPr>
        <p:spPr>
          <a:xfrm>
            <a:off x="3520440" y="3964305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브라우저 localStorage</a:t>
            </a:r>
            <a:endParaRPr lang="en-US" sz="125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(백엔드 서버 없음)</a:t>
            </a:r>
            <a:endParaRPr lang="en-US" sz="1250" dirty="0">
              <a:latin typeface="+mj-lt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73F9D05A-48D6-4A7C-B66C-481CD349C387}"/>
              </a:ext>
            </a:extLst>
          </p:cNvPr>
          <p:cNvSpPr/>
          <p:nvPr/>
        </p:nvSpPr>
        <p:spPr>
          <a:xfrm>
            <a:off x="6035040" y="2867025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1C2B3A"/>
          </a:solidFill>
          <a:ln/>
        </p:spPr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F8E14492-6597-4468-8945-C6946677F89D}"/>
              </a:ext>
            </a:extLst>
          </p:cNvPr>
          <p:cNvSpPr/>
          <p:nvPr/>
        </p:nvSpPr>
        <p:spPr>
          <a:xfrm>
            <a:off x="6309360" y="3187065"/>
            <a:ext cx="457200" cy="73152"/>
          </a:xfrm>
          <a:prstGeom prst="rect">
            <a:avLst/>
          </a:prstGeom>
          <a:solidFill>
            <a:srgbClr val="C2001F"/>
          </a:solidFill>
          <a:ln/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629FF463-DCC3-401C-B157-480121B6EAA8}"/>
              </a:ext>
            </a:extLst>
          </p:cNvPr>
          <p:cNvSpPr/>
          <p:nvPr/>
        </p:nvSpPr>
        <p:spPr>
          <a:xfrm>
            <a:off x="6263640" y="3369945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External API</a:t>
            </a:r>
            <a:endParaRPr lang="en-US" sz="1700" dirty="0">
              <a:latin typeface="+mj-lt"/>
            </a:endParaRP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AAA7F844-5FBE-4CDA-8F71-A87C73FBC9EF}"/>
              </a:ext>
            </a:extLst>
          </p:cNvPr>
          <p:cNvSpPr/>
          <p:nvPr/>
        </p:nvSpPr>
        <p:spPr>
          <a:xfrm>
            <a:off x="6263640" y="3964305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OpenAI · Open-Meteo</a:t>
            </a:r>
            <a:endParaRPr lang="en-US" sz="125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Kakao Maps SDK</a:t>
            </a:r>
            <a:endParaRPr lang="en-US" sz="1250" dirty="0">
              <a:latin typeface="+mj-lt"/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68BFD50A-2140-410E-9BF7-D6013F2583FC}"/>
              </a:ext>
            </a:extLst>
          </p:cNvPr>
          <p:cNvSpPr/>
          <p:nvPr/>
        </p:nvSpPr>
        <p:spPr>
          <a:xfrm>
            <a:off x="8778240" y="2867025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1C2B3A"/>
          </a:solidFill>
          <a:ln/>
        </p:spPr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AD9313C8-0561-4D89-8F18-F72E9644E3EA}"/>
              </a:ext>
            </a:extLst>
          </p:cNvPr>
          <p:cNvSpPr/>
          <p:nvPr/>
        </p:nvSpPr>
        <p:spPr>
          <a:xfrm>
            <a:off x="9052560" y="3187065"/>
            <a:ext cx="457200" cy="73152"/>
          </a:xfrm>
          <a:prstGeom prst="rect">
            <a:avLst/>
          </a:prstGeom>
          <a:solidFill>
            <a:srgbClr val="2872B3"/>
          </a:solidFill>
          <a:ln/>
        </p:spPr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097F4DA-67BB-402E-9CA8-8927384A0325}"/>
              </a:ext>
            </a:extLst>
          </p:cNvPr>
          <p:cNvSpPr/>
          <p:nvPr/>
        </p:nvSpPr>
        <p:spPr>
          <a:xfrm>
            <a:off x="9006840" y="3369945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Infra</a:t>
            </a:r>
            <a:endParaRPr lang="en-US" sz="1700" dirty="0">
              <a:latin typeface="+mj-l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167C9617-4C65-484D-8EED-3DE3C96429AC}"/>
              </a:ext>
            </a:extLst>
          </p:cNvPr>
          <p:cNvSpPr/>
          <p:nvPr/>
        </p:nvSpPr>
        <p:spPr>
          <a:xfrm>
            <a:off x="9006840" y="3964305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Netlify · GitLab</a:t>
            </a:r>
            <a:endParaRPr lang="en-US" sz="125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3D0E0"/>
                </a:solidFill>
                <a:latin typeface="+mj-lt"/>
                <a:ea typeface="Calibri" pitchFamily="34" charset="-122"/>
                <a:cs typeface="Calibri" pitchFamily="34" charset="-120"/>
              </a:rPr>
              <a:t>(연동 자동 배포)</a:t>
            </a:r>
            <a:endParaRPr lang="en-US" sz="1250" dirty="0">
              <a:latin typeface="+mj-lt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DFEF0EF4-35B3-4F33-B2D9-5A87962BD26C}"/>
              </a:ext>
            </a:extLst>
          </p:cNvPr>
          <p:cNvSpPr/>
          <p:nvPr/>
        </p:nvSpPr>
        <p:spPr>
          <a:xfrm>
            <a:off x="11475720" y="7484745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6F61"/>
                </a:solidFill>
                <a:latin typeface="+mj-lt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7675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1026" name="Picture 2" descr="기차 - 무료 수송개 아이콘">
            <a:extLst>
              <a:ext uri="{FF2B5EF4-FFF2-40B4-BE49-F238E27FC236}">
                <a16:creationId xmlns:a16="http://schemas.microsoft.com/office/drawing/2014/main" id="{5BD7789C-4FEA-49C7-8E92-CFC6CD7D7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83BE043-F0AE-47F0-970B-98A69E9FE943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0424824-9020-4F8E-8689-EE7F66BB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98" y="1640912"/>
            <a:ext cx="9668377" cy="49191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0C807656-9C8F-472C-808A-28F601321416}"/>
              </a:ext>
            </a:extLst>
          </p:cNvPr>
          <p:cNvGrpSpPr/>
          <p:nvPr/>
        </p:nvGrpSpPr>
        <p:grpSpPr>
          <a:xfrm>
            <a:off x="414260" y="385219"/>
            <a:ext cx="914400" cy="914400"/>
            <a:chOff x="104455" y="2971799"/>
            <a:chExt cx="914400" cy="914400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8220DC0-5875-421C-8754-AEC59A593736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9878E60-4C36-4FDD-8EA1-D95670C08354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8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8D56DF3-2588-415C-AF12-FC42A4F869D7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홈 화면</a:t>
            </a:r>
            <a:endParaRPr lang="en-US" altLang="ko-KR" sz="6000" b="1" dirty="0"/>
          </a:p>
        </p:txBody>
      </p:sp>
    </p:spTree>
    <p:extLst>
      <p:ext uri="{BB962C8B-B14F-4D97-AF65-F5344CB8AC3E}">
        <p14:creationId xmlns:p14="http://schemas.microsoft.com/office/powerpoint/2010/main" val="855814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1026" name="Picture 2" descr="기차 - 무료 수송개 아이콘">
            <a:extLst>
              <a:ext uri="{FF2B5EF4-FFF2-40B4-BE49-F238E27FC236}">
                <a16:creationId xmlns:a16="http://schemas.microsoft.com/office/drawing/2014/main" id="{5BD7789C-4FEA-49C7-8E92-CFC6CD7D7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83BE043-F0AE-47F0-970B-98A69E9FE943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1E22F87-6B9D-4FD2-ABD7-7CA12C9E0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61" y="1900825"/>
            <a:ext cx="6493722" cy="4724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7B2930-ABEC-42F1-BA22-5C872CD99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068" y="1628954"/>
            <a:ext cx="4497955" cy="4996271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BAAE933C-F053-4D6E-B151-67F8EAD924F1}"/>
              </a:ext>
            </a:extLst>
          </p:cNvPr>
          <p:cNvGrpSpPr/>
          <p:nvPr/>
        </p:nvGrpSpPr>
        <p:grpSpPr>
          <a:xfrm>
            <a:off x="414260" y="385219"/>
            <a:ext cx="914400" cy="914400"/>
            <a:chOff x="104455" y="2971799"/>
            <a:chExt cx="914400" cy="914400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3BAA47-AB09-422B-864E-B90C02EBD5BF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AFA5FA3-48C4-4972-B681-E629AE769F11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8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F7A3B0-4B4A-45EA-A4AC-204B26AB2D49}"/>
              </a:ext>
            </a:extLst>
          </p:cNvPr>
          <p:cNvSpPr/>
          <p:nvPr/>
        </p:nvSpPr>
        <p:spPr>
          <a:xfrm>
            <a:off x="590550" y="6191250"/>
            <a:ext cx="1647825" cy="3524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1C8C5B-8250-4DBC-A74A-A37B271A73C2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홈 화면</a:t>
            </a:r>
            <a:endParaRPr lang="en-US" altLang="ko-KR" sz="6000" b="1" dirty="0"/>
          </a:p>
        </p:txBody>
      </p:sp>
    </p:spTree>
    <p:extLst>
      <p:ext uri="{BB962C8B-B14F-4D97-AF65-F5344CB8AC3E}">
        <p14:creationId xmlns:p14="http://schemas.microsoft.com/office/powerpoint/2010/main" val="2265204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1026" name="Picture 2" descr="기차 - 무료 수송개 아이콘">
            <a:extLst>
              <a:ext uri="{FF2B5EF4-FFF2-40B4-BE49-F238E27FC236}">
                <a16:creationId xmlns:a16="http://schemas.microsoft.com/office/drawing/2014/main" id="{5BD7789C-4FEA-49C7-8E92-CFC6CD7D7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83BE043-F0AE-47F0-970B-98A69E9FE943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ECE0FA-DC2D-49DB-BDEB-E74B99BFA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28" y="1569355"/>
            <a:ext cx="5706622" cy="324153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3FAE12B-9108-4940-871B-65CA59F94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53" y="4876406"/>
            <a:ext cx="5794928" cy="182443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017DA5D-6C37-4BF9-AD38-25AA57089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445" y="1695222"/>
            <a:ext cx="1485384" cy="89959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7CE2DF6-AC72-46B5-B744-8D22D46A4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445" y="2646786"/>
            <a:ext cx="3702999" cy="3389185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BE3F116E-164A-49FF-BB7B-D3C864E4F172}"/>
              </a:ext>
            </a:extLst>
          </p:cNvPr>
          <p:cNvGrpSpPr/>
          <p:nvPr/>
        </p:nvGrpSpPr>
        <p:grpSpPr>
          <a:xfrm>
            <a:off x="414260" y="385219"/>
            <a:ext cx="914400" cy="914400"/>
            <a:chOff x="104455" y="2971799"/>
            <a:chExt cx="914400" cy="914400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36039FB-1B2B-43A3-B2BA-7B6A6B137FB5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62C5256-8351-4E18-BCED-37AC5BBB7F77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8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68FD02E-6EF0-4A05-943E-A2DE710DA0AF}"/>
              </a:ext>
            </a:extLst>
          </p:cNvPr>
          <p:cNvSpPr/>
          <p:nvPr/>
        </p:nvSpPr>
        <p:spPr>
          <a:xfrm>
            <a:off x="5378340" y="4263167"/>
            <a:ext cx="815653" cy="2580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91CED3-EDB3-4A93-AED1-A481E80115EE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홈 화면</a:t>
            </a:r>
            <a:endParaRPr lang="en-US" altLang="ko-KR" sz="6000" b="1" dirty="0"/>
          </a:p>
        </p:txBody>
      </p:sp>
    </p:spTree>
    <p:extLst>
      <p:ext uri="{BB962C8B-B14F-4D97-AF65-F5344CB8AC3E}">
        <p14:creationId xmlns:p14="http://schemas.microsoft.com/office/powerpoint/2010/main" val="313656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A1A7DF-0797-493D-88E9-1332F656843F}"/>
              </a:ext>
            </a:extLst>
          </p:cNvPr>
          <p:cNvGrpSpPr/>
          <p:nvPr/>
        </p:nvGrpSpPr>
        <p:grpSpPr>
          <a:xfrm>
            <a:off x="414259" y="385218"/>
            <a:ext cx="914400" cy="914400"/>
            <a:chOff x="104455" y="2971799"/>
            <a:chExt cx="914400" cy="91440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9B0C774-97D3-48C5-A8D7-8AE2914DC2A0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72EB967-3616-434A-9BA8-ED741B09FD5B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EF7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4" name="Picture 2" descr="기차 - 무료 수송개 아이콘">
            <a:extLst>
              <a:ext uri="{FF2B5EF4-FFF2-40B4-BE49-F238E27FC236}">
                <a16:creationId xmlns:a16="http://schemas.microsoft.com/office/drawing/2014/main" id="{A02EA138-A39A-4D2D-92AA-D5267BABD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2BCAA9-0EE8-4D25-9C94-0806133C8054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관광정보</a:t>
            </a:r>
            <a:endParaRPr lang="en-US" altLang="ko-KR" sz="6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B4C502-6324-4ECA-99C8-3F6541B35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890" y="1691032"/>
            <a:ext cx="4985575" cy="48787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F8E2E68-7736-41D1-8D59-1FD04C665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5" y="1910959"/>
            <a:ext cx="5979855" cy="392698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112D0D-5584-48FD-B7DD-F8001390A2DE}"/>
              </a:ext>
            </a:extLst>
          </p:cNvPr>
          <p:cNvSpPr/>
          <p:nvPr/>
        </p:nvSpPr>
        <p:spPr>
          <a:xfrm>
            <a:off x="1380970" y="2231062"/>
            <a:ext cx="733525" cy="3821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920172-CD08-4C2B-B5F2-7DA6507FBFDE}"/>
              </a:ext>
            </a:extLst>
          </p:cNvPr>
          <p:cNvSpPr/>
          <p:nvPr/>
        </p:nvSpPr>
        <p:spPr>
          <a:xfrm>
            <a:off x="6718890" y="4824663"/>
            <a:ext cx="1926005" cy="16481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C9C984-52EA-454D-BF00-7A805AEC18EF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388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A1A7DF-0797-493D-88E9-1332F656843F}"/>
              </a:ext>
            </a:extLst>
          </p:cNvPr>
          <p:cNvGrpSpPr/>
          <p:nvPr/>
        </p:nvGrpSpPr>
        <p:grpSpPr>
          <a:xfrm>
            <a:off x="414259" y="385218"/>
            <a:ext cx="914400" cy="914400"/>
            <a:chOff x="104455" y="2971799"/>
            <a:chExt cx="914400" cy="91440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9B0C774-97D3-48C5-A8D7-8AE2914DC2A0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72EB967-3616-434A-9BA8-ED741B09FD5B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EF7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4" name="Picture 2" descr="기차 - 무료 수송개 아이콘">
            <a:extLst>
              <a:ext uri="{FF2B5EF4-FFF2-40B4-BE49-F238E27FC236}">
                <a16:creationId xmlns:a16="http://schemas.microsoft.com/office/drawing/2014/main" id="{A02EA138-A39A-4D2D-92AA-D5267BABD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2BCAA9-0EE8-4D25-9C94-0806133C8054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관광정보</a:t>
            </a:r>
            <a:endParaRPr lang="en-US" altLang="ko-KR" sz="6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E7E09A-AFC1-4FFC-99AD-FA9DB873A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55" y="1573330"/>
            <a:ext cx="4625550" cy="510375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112D0D-5584-48FD-B7DD-F8001390A2DE}"/>
              </a:ext>
            </a:extLst>
          </p:cNvPr>
          <p:cNvSpPr/>
          <p:nvPr/>
        </p:nvSpPr>
        <p:spPr>
          <a:xfrm>
            <a:off x="590550" y="4648199"/>
            <a:ext cx="4695825" cy="18954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49B255-19B0-4E3E-9608-D4E3F3266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062" y="2424126"/>
            <a:ext cx="6661299" cy="302843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61ACDC-78F3-4175-BCB9-9FADEB115040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906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A1A7DF-0797-493D-88E9-1332F656843F}"/>
              </a:ext>
            </a:extLst>
          </p:cNvPr>
          <p:cNvGrpSpPr/>
          <p:nvPr/>
        </p:nvGrpSpPr>
        <p:grpSpPr>
          <a:xfrm>
            <a:off x="414259" y="385218"/>
            <a:ext cx="914400" cy="914400"/>
            <a:chOff x="104455" y="2971799"/>
            <a:chExt cx="914400" cy="91440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9B0C774-97D3-48C5-A8D7-8AE2914DC2A0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72EB967-3616-434A-9BA8-ED741B09FD5B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EF7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4" name="Picture 2" descr="기차 - 무료 수송개 아이콘">
            <a:extLst>
              <a:ext uri="{FF2B5EF4-FFF2-40B4-BE49-F238E27FC236}">
                <a16:creationId xmlns:a16="http://schemas.microsoft.com/office/drawing/2014/main" id="{A02EA138-A39A-4D2D-92AA-D5267BABD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2BCAA9-0EE8-4D25-9C94-0806133C8054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관광정보</a:t>
            </a:r>
            <a:endParaRPr lang="en-US" altLang="ko-KR" sz="6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13BD04-2B1A-498E-B1FA-5B381FAC7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01" y="1621308"/>
            <a:ext cx="3767579" cy="523364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B26A5F-AA3C-4EDF-8D7E-4A85B7F5181E}"/>
              </a:ext>
            </a:extLst>
          </p:cNvPr>
          <p:cNvSpPr/>
          <p:nvPr/>
        </p:nvSpPr>
        <p:spPr>
          <a:xfrm>
            <a:off x="672391" y="6550758"/>
            <a:ext cx="3685039" cy="2596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2339B0-29AF-4BFE-BF60-A06B1C90C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581" y="2285678"/>
            <a:ext cx="7315819" cy="373366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8315E9-C31E-4F7D-96FD-3426182BA37C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135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A1A7DF-0797-493D-88E9-1332F656843F}"/>
              </a:ext>
            </a:extLst>
          </p:cNvPr>
          <p:cNvGrpSpPr/>
          <p:nvPr/>
        </p:nvGrpSpPr>
        <p:grpSpPr>
          <a:xfrm>
            <a:off x="414259" y="385218"/>
            <a:ext cx="914400" cy="914400"/>
            <a:chOff x="104455" y="2971799"/>
            <a:chExt cx="914400" cy="91440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9B0C774-97D3-48C5-A8D7-8AE2914DC2A0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72EB967-3616-434A-9BA8-ED741B09FD5B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EF7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4" name="Picture 2" descr="기차 - 무료 수송개 아이콘">
            <a:extLst>
              <a:ext uri="{FF2B5EF4-FFF2-40B4-BE49-F238E27FC236}">
                <a16:creationId xmlns:a16="http://schemas.microsoft.com/office/drawing/2014/main" id="{A02EA138-A39A-4D2D-92AA-D5267BABD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2BCAA9-0EE8-4D25-9C94-0806133C8054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관광정보</a:t>
            </a:r>
            <a:endParaRPr lang="en-US" altLang="ko-KR" sz="6000" b="1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79708A8-F3EB-410D-8A5D-DF2E0AF26E7F}"/>
              </a:ext>
            </a:extLst>
          </p:cNvPr>
          <p:cNvGrpSpPr/>
          <p:nvPr/>
        </p:nvGrpSpPr>
        <p:grpSpPr>
          <a:xfrm>
            <a:off x="646425" y="1632224"/>
            <a:ext cx="4714713" cy="5222725"/>
            <a:chOff x="789300" y="1632224"/>
            <a:chExt cx="4714713" cy="522272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C4D9FBD-8017-4C93-8B91-737FD4415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300" y="1632224"/>
              <a:ext cx="4714713" cy="5222725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B91AEA1-184A-4446-A9CA-8E2347C115A1}"/>
                </a:ext>
              </a:extLst>
            </p:cNvPr>
            <p:cNvSpPr/>
            <p:nvPr/>
          </p:nvSpPr>
          <p:spPr>
            <a:xfrm>
              <a:off x="868937" y="2463509"/>
              <a:ext cx="540763" cy="30826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8C88B53-55F3-449E-A21F-3E7CA58E2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365" y="1632224"/>
            <a:ext cx="5679840" cy="512264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EC5884B-2D17-47A8-972F-E2F182265EBF}"/>
              </a:ext>
            </a:extLst>
          </p:cNvPr>
          <p:cNvSpPr/>
          <p:nvPr/>
        </p:nvSpPr>
        <p:spPr>
          <a:xfrm>
            <a:off x="6496049" y="2695882"/>
            <a:ext cx="5000625" cy="3082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00F70DD-BB61-4579-8A9A-95100F2BB0C5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010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21" name="Picture 2" descr="기차 - 무료 수송개 아이콘">
            <a:extLst>
              <a:ext uri="{FF2B5EF4-FFF2-40B4-BE49-F238E27FC236}">
                <a16:creationId xmlns:a16="http://schemas.microsoft.com/office/drawing/2014/main" id="{F98080C4-9664-4B10-BD74-F3423F277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3D84E1B-0812-4B1E-9370-830D0FC79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24" y="2060220"/>
            <a:ext cx="10970151" cy="4161092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CA639FE2-AEF1-4901-8DC1-24B1867ED78B}"/>
              </a:ext>
            </a:extLst>
          </p:cNvPr>
          <p:cNvGrpSpPr/>
          <p:nvPr/>
        </p:nvGrpSpPr>
        <p:grpSpPr>
          <a:xfrm>
            <a:off x="414260" y="385218"/>
            <a:ext cx="914400" cy="914400"/>
            <a:chOff x="104455" y="2971799"/>
            <a:chExt cx="914400" cy="914400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46FE8AD-0688-4F6B-B067-018F112B2E5D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8602CD9-4D6A-4C37-8E2F-8CB6AE08D615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5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88E3963-1961-47AA-A1C3-5B0417401285}"/>
              </a:ext>
            </a:extLst>
          </p:cNvPr>
          <p:cNvSpPr/>
          <p:nvPr/>
        </p:nvSpPr>
        <p:spPr>
          <a:xfrm>
            <a:off x="9872739" y="5076825"/>
            <a:ext cx="1647825" cy="657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323B24-BAE9-4065-A741-A3ACA9739A41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테마여행</a:t>
            </a:r>
            <a:endParaRPr lang="en-US" altLang="ko-KR" sz="6000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019FFF-074F-4F6F-91D2-5CF7C24C4875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279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21" name="Picture 2" descr="기차 - 무료 수송개 아이콘">
            <a:extLst>
              <a:ext uri="{FF2B5EF4-FFF2-40B4-BE49-F238E27FC236}">
                <a16:creationId xmlns:a16="http://schemas.microsoft.com/office/drawing/2014/main" id="{F98080C4-9664-4B10-BD74-F3423F277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1AF1507-BC2F-4BEF-B1E7-4AD16165A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97" y="1684840"/>
            <a:ext cx="5193161" cy="50059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1D3913-C149-4BB4-9811-398656698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829" y="1650199"/>
            <a:ext cx="5244389" cy="5063548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F193773A-9D92-4B9F-A3F1-197833F1F9BC}"/>
              </a:ext>
            </a:extLst>
          </p:cNvPr>
          <p:cNvGrpSpPr/>
          <p:nvPr/>
        </p:nvGrpSpPr>
        <p:grpSpPr>
          <a:xfrm>
            <a:off x="414260" y="385218"/>
            <a:ext cx="914400" cy="914400"/>
            <a:chOff x="104455" y="2971799"/>
            <a:chExt cx="914400" cy="914400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76F3A148-62FD-41A4-9583-7D416E8531E7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A7512A1-AB63-4758-903A-7B6BC3E7EA85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5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0D34DC-8A5B-4757-A75A-2A69AE33809B}"/>
              </a:ext>
            </a:extLst>
          </p:cNvPr>
          <p:cNvSpPr/>
          <p:nvPr/>
        </p:nvSpPr>
        <p:spPr>
          <a:xfrm>
            <a:off x="657226" y="3429000"/>
            <a:ext cx="5325508" cy="31146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D6CE47-C259-419E-8067-BAF989FAA631}"/>
              </a:ext>
            </a:extLst>
          </p:cNvPr>
          <p:cNvSpPr/>
          <p:nvPr/>
        </p:nvSpPr>
        <p:spPr>
          <a:xfrm>
            <a:off x="10325100" y="2341843"/>
            <a:ext cx="1194643" cy="8299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E9417C-E941-4F3D-A8EE-20D00E14AFE6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테마여행</a:t>
            </a:r>
            <a:endParaRPr lang="en-US" altLang="ko-KR" sz="6000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E6605EA-3848-4958-B94A-A7C561E3CE63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538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21" name="Picture 2" descr="기차 - 무료 수송개 아이콘">
            <a:extLst>
              <a:ext uri="{FF2B5EF4-FFF2-40B4-BE49-F238E27FC236}">
                <a16:creationId xmlns:a16="http://schemas.microsoft.com/office/drawing/2014/main" id="{F98080C4-9664-4B10-BD74-F3423F277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7E93CD5-6D4C-47FC-8077-66F36DB05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64" y="1737685"/>
            <a:ext cx="5444461" cy="47161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B1F740-5BD4-4CD8-820E-0EC1CCED1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831" y="1737685"/>
            <a:ext cx="5000910" cy="4832123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56F200-9953-4A89-A2C6-A72C1E0906AF}"/>
              </a:ext>
            </a:extLst>
          </p:cNvPr>
          <p:cNvGrpSpPr/>
          <p:nvPr/>
        </p:nvGrpSpPr>
        <p:grpSpPr>
          <a:xfrm>
            <a:off x="414260" y="385218"/>
            <a:ext cx="914400" cy="914400"/>
            <a:chOff x="104455" y="2971799"/>
            <a:chExt cx="914400" cy="914400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30DACA2-711C-4F6B-965A-8256B0FDAA72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5A4494E-5130-4C6C-8AA6-01E111EA8DA3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5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05E6FD2-6414-4FC2-BC7A-6FDE2166AF42}"/>
              </a:ext>
            </a:extLst>
          </p:cNvPr>
          <p:cNvSpPr/>
          <p:nvPr/>
        </p:nvSpPr>
        <p:spPr>
          <a:xfrm>
            <a:off x="590550" y="3257550"/>
            <a:ext cx="4857750" cy="3286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C8C28B-8692-47F2-A71F-0759308BDAD7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테마여행</a:t>
            </a:r>
            <a:endParaRPr lang="en-US" altLang="ko-KR" sz="6000" b="1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E02040-05FF-4EA0-904E-089930105434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03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21" name="Picture 2" descr="기차 - 무료 수송개 아이콘">
            <a:extLst>
              <a:ext uri="{FF2B5EF4-FFF2-40B4-BE49-F238E27FC236}">
                <a16:creationId xmlns:a16="http://schemas.microsoft.com/office/drawing/2014/main" id="{F98080C4-9664-4B10-BD74-F3423F277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3C41DB3-45C0-4BD1-8CCF-4ED6EA6EE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2" y="1635519"/>
            <a:ext cx="5565173" cy="5055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FF7C62-3073-49B0-ADD1-A845DA083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46" y="1647732"/>
            <a:ext cx="1820779" cy="25589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8048D09-2216-4506-9135-D511DEA2A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8693" y="1622676"/>
            <a:ext cx="1820779" cy="26090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A33E52C-C9D6-49A7-A95A-39B0D8EBDB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104" y="3955282"/>
            <a:ext cx="1820779" cy="26114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41B5FE6-435C-4783-BA78-EDC17D51D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4241" y="3963024"/>
            <a:ext cx="1866585" cy="2651336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409522AA-AEFB-4D08-AF53-D72B0BF2B551}"/>
              </a:ext>
            </a:extLst>
          </p:cNvPr>
          <p:cNvGrpSpPr/>
          <p:nvPr/>
        </p:nvGrpSpPr>
        <p:grpSpPr>
          <a:xfrm>
            <a:off x="414260" y="385218"/>
            <a:ext cx="914400" cy="914400"/>
            <a:chOff x="104455" y="2971799"/>
            <a:chExt cx="914400" cy="914400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14F3623D-1E9E-4278-A2E1-DAD6D5FE7C1A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05E6E7F-D365-4851-822F-B76F05AD7CDE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00A5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804C9E-EAE7-4EDD-B07D-5CF099466266}"/>
              </a:ext>
            </a:extLst>
          </p:cNvPr>
          <p:cNvSpPr/>
          <p:nvPr/>
        </p:nvSpPr>
        <p:spPr>
          <a:xfrm>
            <a:off x="4581525" y="3271836"/>
            <a:ext cx="1411042" cy="3524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DAA7E0-73A3-4300-BBD7-656E766271DA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테마여행</a:t>
            </a:r>
            <a:endParaRPr lang="en-US" altLang="ko-KR" sz="6000" b="1" dirty="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452EFAF-A3D4-40CF-84BE-7F8A14290951}"/>
              </a:ext>
            </a:extLst>
          </p:cNvPr>
          <p:cNvCxnSpPr>
            <a:cxnSpLocks/>
          </p:cNvCxnSpPr>
          <p:nvPr/>
        </p:nvCxnSpPr>
        <p:spPr>
          <a:xfrm flipV="1">
            <a:off x="8547575" y="2914650"/>
            <a:ext cx="605950" cy="125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BFE82D7-32D9-42E5-B4A9-EBD739BD10FC}"/>
              </a:ext>
            </a:extLst>
          </p:cNvPr>
          <p:cNvCxnSpPr/>
          <p:nvPr/>
        </p:nvCxnSpPr>
        <p:spPr>
          <a:xfrm flipH="1">
            <a:off x="8686800" y="4002907"/>
            <a:ext cx="600075" cy="9310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2761CE2-EAB2-4B2F-99E5-26F4A44B9C36}"/>
              </a:ext>
            </a:extLst>
          </p:cNvPr>
          <p:cNvCxnSpPr>
            <a:cxnSpLocks/>
          </p:cNvCxnSpPr>
          <p:nvPr/>
        </p:nvCxnSpPr>
        <p:spPr>
          <a:xfrm>
            <a:off x="8843154" y="5457825"/>
            <a:ext cx="8874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23AA6A-9079-4211-B255-216AC057D6BC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5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8B6952-1883-4BDE-8FF3-34CB1EF49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52A0C5-D9B7-4E43-B14A-760D9E3A7DDA}"/>
              </a:ext>
            </a:extLst>
          </p:cNvPr>
          <p:cNvGrpSpPr/>
          <p:nvPr/>
        </p:nvGrpSpPr>
        <p:grpSpPr>
          <a:xfrm>
            <a:off x="-1240895" y="-1174170"/>
            <a:ext cx="14917019" cy="9578228"/>
            <a:chOff x="-1234879" y="-1180185"/>
            <a:chExt cx="14917019" cy="95782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4B6A181-768F-4F1B-AD11-35DF07AAA43F}"/>
                </a:ext>
              </a:extLst>
            </p:cNvPr>
            <p:cNvSpPr/>
            <p:nvPr/>
          </p:nvSpPr>
          <p:spPr>
            <a:xfrm>
              <a:off x="-1234879" y="-1180185"/>
              <a:ext cx="3605100" cy="3562437"/>
            </a:xfrm>
            <a:prstGeom prst="ellipse">
              <a:avLst/>
            </a:prstGeom>
            <a:solidFill>
              <a:srgbClr val="F1C7C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CC826BD-82CD-44A6-A43D-BCB86A7C628B}"/>
                </a:ext>
              </a:extLst>
            </p:cNvPr>
            <p:cNvSpPr/>
            <p:nvPr/>
          </p:nvSpPr>
          <p:spPr>
            <a:xfrm>
              <a:off x="3789241" y="1171205"/>
              <a:ext cx="4625550" cy="4503559"/>
            </a:xfrm>
            <a:prstGeom prst="ellipse">
              <a:avLst/>
            </a:prstGeom>
            <a:solidFill>
              <a:srgbClr val="D7DDDD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2551BB1-03B8-4998-9487-208FAF5A6784}"/>
                </a:ext>
              </a:extLst>
            </p:cNvPr>
            <p:cNvSpPr/>
            <p:nvPr/>
          </p:nvSpPr>
          <p:spPr>
            <a:xfrm>
              <a:off x="9932069" y="4818648"/>
              <a:ext cx="3750071" cy="3579395"/>
            </a:xfrm>
            <a:prstGeom prst="ellipse">
              <a:avLst/>
            </a:prstGeom>
            <a:solidFill>
              <a:srgbClr val="CFD7B9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635BBA7-D7A0-458E-A9A9-79AE9FDAF9D1}"/>
              </a:ext>
            </a:extLst>
          </p:cNvPr>
          <p:cNvGrpSpPr/>
          <p:nvPr/>
        </p:nvGrpSpPr>
        <p:grpSpPr>
          <a:xfrm>
            <a:off x="414259" y="385219"/>
            <a:ext cx="914400" cy="914400"/>
            <a:chOff x="104455" y="2971799"/>
            <a:chExt cx="914400" cy="91440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B213532-F06D-488B-A10E-7AA48726CF91}"/>
                </a:ext>
              </a:extLst>
            </p:cNvPr>
            <p:cNvSpPr/>
            <p:nvPr/>
          </p:nvSpPr>
          <p:spPr>
            <a:xfrm>
              <a:off x="104455" y="2971799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휴먼모음T" panose="0203050400010101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8E2F668-F71F-4D69-BB28-0D68FC9938C7}"/>
                </a:ext>
              </a:extLst>
            </p:cNvPr>
            <p:cNvSpPr/>
            <p:nvPr/>
          </p:nvSpPr>
          <p:spPr>
            <a:xfrm>
              <a:off x="160647" y="3027991"/>
              <a:ext cx="802015" cy="802015"/>
            </a:xfrm>
            <a:prstGeom prst="ellipse">
              <a:avLst/>
            </a:prstGeom>
            <a:solidFill>
              <a:srgbClr val="996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ko-KR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1" name="Picture 2" descr="기차 - 무료 수송개 아이콘">
            <a:extLst>
              <a:ext uri="{FF2B5EF4-FFF2-40B4-BE49-F238E27FC236}">
                <a16:creationId xmlns:a16="http://schemas.microsoft.com/office/drawing/2014/main" id="{027E4677-FDE1-4C7E-8AD1-9A61EE578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678" y="-33881"/>
            <a:ext cx="18859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22D446C-1CEA-423D-B42C-586B766BE3E7}"/>
              </a:ext>
            </a:extLst>
          </p:cNvPr>
          <p:cNvSpPr txBox="1"/>
          <p:nvPr/>
        </p:nvSpPr>
        <p:spPr>
          <a:xfrm>
            <a:off x="1685925" y="38522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마무리하며</a:t>
            </a:r>
            <a:endParaRPr lang="en-US" altLang="ko-KR" sz="6000" b="1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7ED7BC4-875D-4B23-992D-63A046747098}"/>
              </a:ext>
            </a:extLst>
          </p:cNvPr>
          <p:cNvSpPr/>
          <p:nvPr/>
        </p:nvSpPr>
        <p:spPr>
          <a:xfrm>
            <a:off x="273970" y="1657351"/>
            <a:ext cx="4625550" cy="698098"/>
          </a:xfrm>
          <a:prstGeom prst="roundRect">
            <a:avLst/>
          </a:prstGeom>
          <a:solidFill>
            <a:srgbClr val="F7F1E4"/>
          </a:solidFill>
          <a:ln>
            <a:solidFill>
              <a:srgbClr val="EBE2D0"/>
            </a:solidFill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488E5D-F19B-473C-98E1-AFEA0EEA5BD8}"/>
              </a:ext>
            </a:extLst>
          </p:cNvPr>
          <p:cNvSpPr txBox="1"/>
          <p:nvPr/>
        </p:nvSpPr>
        <p:spPr>
          <a:xfrm>
            <a:off x="496780" y="1657351"/>
            <a:ext cx="10982325" cy="675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800" dirty="0"/>
              <a:t>이후 보완하고 싶은 기능</a:t>
            </a:r>
            <a:r>
              <a:rPr lang="en-US" altLang="ko-KR" sz="2800" dirty="0"/>
              <a:t>	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EC94B82-186E-454F-B761-4608015D4C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9" r="63828"/>
          <a:stretch/>
        </p:blipFill>
        <p:spPr>
          <a:xfrm>
            <a:off x="349695" y="2577302"/>
            <a:ext cx="2181932" cy="4006962"/>
          </a:xfrm>
          <a:prstGeom prst="rect">
            <a:avLst/>
          </a:prstGeom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64CA4E-61D1-4E0D-8553-FAF63443F5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2" r="6406" b="22161"/>
          <a:stretch/>
        </p:blipFill>
        <p:spPr>
          <a:xfrm>
            <a:off x="2870848" y="2564504"/>
            <a:ext cx="2724829" cy="4078302"/>
          </a:xfrm>
          <a:prstGeom prst="rect">
            <a:avLst/>
          </a:prstGeom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4314512-25DB-4FC0-913F-04AA15E9A2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72" b="52415"/>
          <a:stretch/>
        </p:blipFill>
        <p:spPr>
          <a:xfrm>
            <a:off x="5804802" y="2549904"/>
            <a:ext cx="2724829" cy="4055883"/>
          </a:xfrm>
          <a:prstGeom prst="rect">
            <a:avLst/>
          </a:prstGeom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A96697F-E713-481E-81E1-042FBBD1FB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7" t="54472" r="71797"/>
          <a:stretch/>
        </p:blipFill>
        <p:spPr>
          <a:xfrm>
            <a:off x="8689250" y="2500844"/>
            <a:ext cx="3170377" cy="4149586"/>
          </a:xfrm>
          <a:prstGeom prst="rect">
            <a:avLst/>
          </a:prstGeom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07C2562-644E-4459-8EFE-E37034B6312E}"/>
              </a:ext>
            </a:extLst>
          </p:cNvPr>
          <p:cNvSpPr/>
          <p:nvPr/>
        </p:nvSpPr>
        <p:spPr>
          <a:xfrm>
            <a:off x="379997" y="1299620"/>
            <a:ext cx="11583403" cy="100556"/>
          </a:xfrm>
          <a:prstGeom prst="rect">
            <a:avLst/>
          </a:prstGeom>
          <a:solidFill>
            <a:srgbClr val="7F5033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56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휴먼모음T"/>
        <a:ea typeface="휴먼모음T"/>
        <a:cs typeface=""/>
      </a:majorFont>
      <a:minorFont>
        <a:latin typeface="휴먼모음T"/>
        <a:ea typeface="휴먼모음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376</Words>
  <Application>Microsoft Office PowerPoint</Application>
  <PresentationFormat>와이드스크린</PresentationFormat>
  <Paragraphs>143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맑은 고딕</vt:lpstr>
      <vt:lpstr>휴먼모음T</vt:lpstr>
      <vt:lpstr>Arial</vt:lpstr>
      <vt:lpstr>Calibri</vt:lpstr>
      <vt:lpstr>Cambria</vt:lpstr>
      <vt:lpstr>Wingdings</vt:lpstr>
      <vt:lpstr>Office 테마</vt:lpstr>
      <vt:lpstr>서울을 한 노선에,  동네를 한 정거장에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33</cp:revision>
  <dcterms:created xsi:type="dcterms:W3CDTF">2026-07-16T02:03:35Z</dcterms:created>
  <dcterms:modified xsi:type="dcterms:W3CDTF">2026-07-16T05:58:01Z</dcterms:modified>
</cp:coreProperties>
</file>